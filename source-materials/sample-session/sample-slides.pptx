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 id="2147483706" r:id="rId3"/>
  </p:sldMasterIdLst>
  <p:notesMasterIdLst>
    <p:notesMasterId r:id="rId20"/>
  </p:notesMasterIdLst>
  <p:sldIdLst>
    <p:sldId id="256" r:id="rId4"/>
    <p:sldId id="257" r:id="rId5"/>
    <p:sldId id="258" r:id="rId6"/>
    <p:sldId id="283" r:id="rId7"/>
    <p:sldId id="259" r:id="rId8"/>
    <p:sldId id="260" r:id="rId9"/>
    <p:sldId id="261" r:id="rId10"/>
    <p:sldId id="281" r:id="rId11"/>
    <p:sldId id="263" r:id="rId12"/>
    <p:sldId id="264" r:id="rId13"/>
    <p:sldId id="282" r:id="rId14"/>
    <p:sldId id="265" r:id="rId15"/>
    <p:sldId id="266" r:id="rId16"/>
    <p:sldId id="274" r:id="rId17"/>
    <p:sldId id="277" r:id="rId18"/>
    <p:sldId id="279" r:id="rId19"/>
  </p:sldIdLst>
  <p:sldSz cx="12192000" cy="6858000"/>
  <p:notesSz cx="6858000" cy="9144000"/>
  <p:embeddedFontLst>
    <p:embeddedFont>
      <p:font typeface="Play" panose="020B0604020202020204" charset="0"/>
      <p:regular r:id="rId21"/>
      <p:bold r:id="rId22"/>
    </p:embeddedFont>
    <p:embeddedFont>
      <p:font typeface="Red Hat Display" panose="02010303040201060303" pitchFamily="2" charset="0"/>
      <p:regular r:id="rId23"/>
      <p:bold r:id="rId24"/>
      <p:italic r:id="rId25"/>
      <p:boldItalic r:id="rId26"/>
    </p:embeddedFont>
    <p:embeddedFont>
      <p:font typeface="Red Hat Display Black" panose="020103030402010D0303" pitchFamily="2" charset="0"/>
      <p:bold r:id="rId27"/>
      <p:boldItalic r:id="rId28"/>
    </p:embeddedFont>
    <p:embeddedFont>
      <p:font typeface="Red Hat Display ExtraBold" panose="02010303040201060303" pitchFamily="2" charset="0"/>
      <p:bold r:id="rId29"/>
      <p:boldItalic r:id="rId30"/>
    </p:embeddedFont>
    <p:embeddedFont>
      <p:font typeface="Red Hat Display Medium" panose="02010303040201060303" pitchFamily="2" charset="0"/>
      <p:regular r:id="rId31"/>
      <p:bold r:id="rId32"/>
      <p:italic r:id="rId33"/>
      <p:boldItalic r:id="rId34"/>
    </p:embeddedFont>
    <p:embeddedFont>
      <p:font typeface="Red Hat Display SemiBold" panose="02010303040201060303" pitchFamily="2" charset="0"/>
      <p:regular r:id="rId35"/>
      <p:bold r:id="rId36"/>
      <p:italic r:id="rId37"/>
      <p:boldItalic r:id="rId38"/>
    </p:embeddedFont>
    <p:embeddedFont>
      <p:font typeface="Red Hat Text" panose="02010303040201060303" pitchFamily="2" charset="0"/>
      <p:regular r:id="rId39"/>
      <p:bold r:id="rId40"/>
      <p:italic r:id="rId41"/>
      <p:boldItalic r:id="rId42"/>
    </p:embeddedFont>
    <p:embeddedFont>
      <p:font typeface="Red Hat Text Medium" panose="02010303040201060303" pitchFamily="2" charset="0"/>
      <p:regular r:id="rId43"/>
      <p:bold r:id="rId44"/>
      <p:italic r:id="rId45"/>
      <p:boldItalic r:id="rId46"/>
    </p:embeddedFont>
    <p:embeddedFont>
      <p:font typeface="Red Hat Text SemiBold" panose="02010303040201060303" pitchFamily="2" charset="0"/>
      <p:regular r:id="rId47"/>
      <p:bold r:id="rId48"/>
      <p:italic r:id="rId49"/>
      <p:boldItalic r:id="rId50"/>
    </p:embeddedFont>
    <p:embeddedFont>
      <p:font typeface="Work Sans" pitchFamily="2" charset="0"/>
      <p:regular r:id="rId51"/>
      <p:bold r:id="rId52"/>
      <p:italic r:id="rId53"/>
      <p:boldItalic r:id="rId54"/>
    </p:embeddedFont>
    <p:embeddedFont>
      <p:font typeface="Work Sans Black" pitchFamily="2" charset="0"/>
      <p:bold r:id="rId55"/>
      <p:boldItalic r:id="rId56"/>
    </p:embeddedFont>
    <p:embeddedFont>
      <p:font typeface="Work Sans ExtraLight"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5878" autoAdjust="0"/>
  </p:normalViewPr>
  <p:slideViewPr>
    <p:cSldViewPr snapToGrid="0">
      <p:cViewPr varScale="1">
        <p:scale>
          <a:sx n="30" d="100"/>
          <a:sy n="30" d="100"/>
        </p:scale>
        <p:origin x="2491"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font" Target="fonts/font27.fntdata"/><Relationship Id="rId50" Type="http://schemas.openxmlformats.org/officeDocument/2006/relationships/font" Target="fonts/font30.fntdata"/><Relationship Id="rId55" Type="http://schemas.openxmlformats.org/officeDocument/2006/relationships/font" Target="fonts/font35.fntdata"/><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9.fntdata"/><Relationship Id="rId11" Type="http://schemas.openxmlformats.org/officeDocument/2006/relationships/slide" Target="slides/slide8.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3" Type="http://schemas.openxmlformats.org/officeDocument/2006/relationships/font" Target="fonts/font33.fntdata"/><Relationship Id="rId58" Type="http://schemas.openxmlformats.org/officeDocument/2006/relationships/font" Target="fonts/font38.fntdata"/><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font" Target="fonts/font28.fntdata"/><Relationship Id="rId56" Type="http://schemas.openxmlformats.org/officeDocument/2006/relationships/font" Target="fonts/font36.fntdata"/><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31.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59" Type="http://schemas.openxmlformats.org/officeDocument/2006/relationships/font" Target="fonts/font39.fntdata"/><Relationship Id="rId20" Type="http://schemas.openxmlformats.org/officeDocument/2006/relationships/notesMaster" Target="notesMasters/notesMaster1.xml"/><Relationship Id="rId41" Type="http://schemas.openxmlformats.org/officeDocument/2006/relationships/font" Target="fonts/font21.fntdata"/><Relationship Id="rId54" Type="http://schemas.openxmlformats.org/officeDocument/2006/relationships/font" Target="fonts/font34.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font" Target="fonts/font29.fntdata"/><Relationship Id="rId57" Type="http://schemas.openxmlformats.org/officeDocument/2006/relationships/font" Target="fonts/font37.fntdata"/><Relationship Id="rId10" Type="http://schemas.openxmlformats.org/officeDocument/2006/relationships/slide" Target="slides/slide7.xml"/><Relationship Id="rId31" Type="http://schemas.openxmlformats.org/officeDocument/2006/relationships/font" Target="fonts/font11.fntdata"/><Relationship Id="rId44" Type="http://schemas.openxmlformats.org/officeDocument/2006/relationships/font" Target="fonts/font24.fntdata"/><Relationship Id="rId52" Type="http://schemas.openxmlformats.org/officeDocument/2006/relationships/font" Target="fonts/font32.fntdata"/><Relationship Id="rId60" Type="http://schemas.openxmlformats.org/officeDocument/2006/relationships/font" Target="fonts/font40.fntdata"/><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upport.google.com/docs/answer/9142829?hl=e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ee67c735bb_0_2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100"/>
              <a:buNone/>
            </a:pPr>
            <a:r>
              <a:rPr lang="en-US" sz="1400">
                <a:solidFill>
                  <a:schemeClr val="dk1"/>
                </a:solidFill>
                <a:latin typeface="Red Hat Text"/>
                <a:ea typeface="Red Hat Text"/>
                <a:cs typeface="Red Hat Text"/>
                <a:sym typeface="Red Hat Text"/>
              </a:rPr>
              <a:t>Layout: Title /Open</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Adjust the date for each session </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Add facilitator names </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Remove “(Back)” for session 1 slides</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You are welcome to modify the main title language to another welcoming message</a:t>
            </a:r>
            <a:endParaRPr sz="1200">
              <a:solidFill>
                <a:schemeClr val="dk1"/>
              </a:solidFill>
              <a:latin typeface="Red Hat Text"/>
              <a:ea typeface="Red Hat Text"/>
              <a:cs typeface="Red Hat Text"/>
              <a:sym typeface="Red Hat Text"/>
            </a:endParaRPr>
          </a:p>
          <a:p>
            <a:pPr marL="0" lvl="0" indent="0" algn="l" rtl="0">
              <a:spcBef>
                <a:spcPts val="0"/>
              </a:spcBef>
              <a:spcAft>
                <a:spcPts val="0"/>
              </a:spcAft>
              <a:buClr>
                <a:schemeClr val="dk1"/>
              </a:buClr>
              <a:buSzPts val="1100"/>
              <a:buFont typeface="Arial"/>
              <a:buNone/>
            </a:pPr>
            <a:endParaRPr sz="1400">
              <a:solidFill>
                <a:schemeClr val="dk1"/>
              </a:solidFill>
              <a:latin typeface="Red Hat Text"/>
              <a:ea typeface="Red Hat Text"/>
              <a:cs typeface="Red Hat Text"/>
              <a:sym typeface="Red Hat Text"/>
            </a:endParaRPr>
          </a:p>
          <a:p>
            <a:pPr marL="0" lvl="0" indent="0" algn="l">
              <a:spcBef>
                <a:spcPts val="0"/>
              </a:spcBef>
              <a:spcAft>
                <a:spcPts val="0"/>
              </a:spcAft>
              <a:buSzPts val="1100"/>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a:p>
            <a:pPr marL="0" lvl="0" indent="0" algn="l">
              <a:spcBef>
                <a:spcPts val="0"/>
              </a:spcBef>
              <a:spcAft>
                <a:spcPts val="0"/>
              </a:spcAft>
              <a:buClr>
                <a:schemeClr val="dk1"/>
              </a:buClr>
              <a:buSzPts val="1100"/>
              <a:buFont typeface="Arial"/>
              <a:buNone/>
            </a:pPr>
            <a:endParaRPr sz="1400">
              <a:solidFill>
                <a:schemeClr val="dk1"/>
              </a:solidFill>
              <a:latin typeface="Red Hat Text"/>
              <a:ea typeface="Red Hat Text"/>
              <a:cs typeface="Red Hat Text"/>
            </a:endParaRPr>
          </a:p>
          <a:p>
            <a:pPr marL="0" lvl="0" indent="0" algn="l">
              <a:spcBef>
                <a:spcPts val="0"/>
              </a:spcBef>
              <a:spcAft>
                <a:spcPts val="0"/>
              </a:spcAft>
              <a:buClr>
                <a:schemeClr val="dk1"/>
              </a:buClr>
              <a:buSzPts val="1100"/>
              <a:buFont typeface="Arial"/>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sz="1400">
              <a:solidFill>
                <a:schemeClr val="dk1"/>
              </a:solidFill>
              <a:latin typeface="Red Hat Text"/>
              <a:ea typeface="Red Hat Text"/>
              <a:cs typeface="Red Hat Text"/>
            </a:endParaRPr>
          </a:p>
        </p:txBody>
      </p:sp>
      <p:sp>
        <p:nvSpPr>
          <p:cNvPr id="575" name="Google Shape;575;g3ee67c735b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Group Norms (slide title: How We Learn Together)</a:t>
            </a:r>
            <a:endParaRPr sz="1400">
              <a:solidFill>
                <a:schemeClr val="dk1"/>
              </a:solidFill>
              <a:latin typeface="Red Hat Text"/>
              <a:ea typeface="Red Hat Text"/>
              <a:cs typeface="Red Hat Text"/>
              <a:sym typeface="Red Hat Text"/>
            </a:endParaRPr>
          </a:p>
          <a:p>
            <a:pPr marL="457200" lvl="0" indent="-304800" algn="l" rtl="0">
              <a:lnSpc>
                <a:spcPct val="100000"/>
              </a:lnSpc>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Summarized group agreements/norms from week 1 activity</a:t>
            </a:r>
            <a:endParaRPr sz="1200">
              <a:solidFill>
                <a:schemeClr val="dk1"/>
              </a:solidFill>
              <a:latin typeface="Red Hat Text"/>
              <a:ea typeface="Red Hat Text"/>
              <a:cs typeface="Red Hat Text"/>
              <a:sym typeface="Red Hat Text"/>
            </a:endParaRPr>
          </a:p>
          <a:p>
            <a:pPr marL="457200" lvl="0" indent="-304800" algn="l" rtl="0">
              <a:lnSpc>
                <a:spcPct val="100000"/>
              </a:lnSpc>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3-4 bullets</a:t>
            </a:r>
            <a:endParaRPr sz="1200">
              <a:solidFill>
                <a:schemeClr val="dk1"/>
              </a:solidFill>
              <a:latin typeface="Red Hat Text"/>
              <a:ea typeface="Red Hat Text"/>
              <a:cs typeface="Red Hat Text"/>
              <a:sym typeface="Red Hat Text"/>
            </a:endParaRPr>
          </a:p>
          <a:p>
            <a:pPr marL="457200" lvl="0" indent="-304800" algn="l" rtl="0">
              <a:lnSpc>
                <a:spcPct val="100000"/>
              </a:lnSpc>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Aim for 10 words max. per bullet</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You are welcome modify the slide title</a:t>
            </a:r>
            <a:endParaRPr sz="1200">
              <a:solidFill>
                <a:schemeClr val="dk1"/>
              </a:solidFill>
              <a:latin typeface="Red Hat Text"/>
              <a:ea typeface="Red Hat Text"/>
              <a:cs typeface="Red Hat Text"/>
              <a:sym typeface="Red Hat Text"/>
            </a:endParaRPr>
          </a:p>
          <a:p>
            <a:pPr marL="0" lvl="0" indent="0" algn="l" rtl="0">
              <a:lnSpc>
                <a:spcPct val="100000"/>
              </a:lnSpc>
              <a:spcBef>
                <a:spcPts val="0"/>
              </a:spcBef>
              <a:spcAft>
                <a:spcPts val="0"/>
              </a:spcAft>
              <a:buNone/>
            </a:pPr>
            <a:endParaRPr sz="1200" i="1">
              <a:solidFill>
                <a:schemeClr val="dk1"/>
              </a:solidFill>
              <a:latin typeface="Red Hat Text"/>
              <a:ea typeface="Red Hat Text"/>
              <a:cs typeface="Red Hat Text"/>
              <a:sym typeface="Red Hat Text"/>
            </a:endParaRPr>
          </a:p>
          <a:p>
            <a:pPr marL="0" lvl="0" indent="0" algn="l" rtl="0">
              <a:lnSpc>
                <a:spcPct val="100000"/>
              </a:lnSpc>
              <a:spcBef>
                <a:spcPts val="0"/>
              </a:spcBef>
              <a:spcAft>
                <a:spcPts val="0"/>
              </a:spcAft>
              <a:buNone/>
            </a:pPr>
            <a:r>
              <a:rPr lang="en-US" sz="1200" i="1">
                <a:solidFill>
                  <a:schemeClr val="dk1"/>
                </a:solidFill>
                <a:latin typeface="Red Hat Text"/>
                <a:ea typeface="Red Hat Text"/>
                <a:cs typeface="Red Hat Text"/>
                <a:sym typeface="Red Hat Text"/>
              </a:rPr>
              <a:t>Note for Session 1:</a:t>
            </a:r>
            <a:r>
              <a:rPr lang="en-US" sz="1200">
                <a:solidFill>
                  <a:schemeClr val="dk1"/>
                </a:solidFill>
                <a:latin typeface="Red Hat Text"/>
                <a:ea typeface="Red Hat Text"/>
                <a:cs typeface="Red Hat Text"/>
                <a:sym typeface="Red Hat Text"/>
              </a:rPr>
              <a:t> Skip Group Norms and Recap and Connect. You'll build norms together with participants during that first session.</a:t>
            </a:r>
            <a:endParaRPr sz="1200">
              <a:solidFill>
                <a:schemeClr val="dk1"/>
              </a:solidFill>
              <a:latin typeface="Red Hat Text"/>
              <a:ea typeface="Red Hat Text"/>
              <a:cs typeface="Red Hat Text"/>
              <a:sym typeface="Red Hat Text"/>
            </a:endParaRPr>
          </a:p>
          <a:p>
            <a:pPr marL="0" lvl="0" indent="0" algn="l" rtl="0">
              <a:lnSpc>
                <a:spcPct val="100000"/>
              </a:lnSpc>
              <a:spcBef>
                <a:spcPts val="0"/>
              </a:spcBef>
              <a:spcAft>
                <a:spcPts val="0"/>
              </a:spcAft>
              <a:buSzPts val="1100"/>
              <a:buNone/>
            </a:pPr>
            <a:endParaRPr sz="1200">
              <a:solidFill>
                <a:schemeClr val="dk1"/>
              </a:solidFill>
              <a:latin typeface="Red Hat Text"/>
              <a:ea typeface="Red Hat Text"/>
              <a:cs typeface="Red Hat Text"/>
              <a:sym typeface="Red Hat Text"/>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lnSpc>
                <a:spcPct val="100000"/>
              </a:lnSpc>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lnSpc>
                <a:spcPct val="100000"/>
              </a:lnSpc>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a:p>
            <a:pPr marL="457200" lvl="0" indent="-304800" algn="l">
              <a:lnSpc>
                <a:spcPct val="100000"/>
              </a:lnSpc>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0" lvl="0" indent="0" algn="l">
              <a:lnSpc>
                <a:spcPct val="100000"/>
              </a:lnSpc>
              <a:spcBef>
                <a:spcPts val="0"/>
              </a:spcBef>
              <a:spcAft>
                <a:spcPts val="0"/>
              </a:spcAft>
              <a:buNone/>
            </a:pPr>
            <a:endParaRPr sz="1200" i="1">
              <a:solidFill>
                <a:schemeClr val="dk1"/>
              </a:solidFill>
              <a:latin typeface="Red Hat Text"/>
              <a:ea typeface="Red Hat Text"/>
              <a:cs typeface="Red Hat Text"/>
            </a:endParaRPr>
          </a:p>
          <a:p>
            <a:pPr marL="0" lvl="0" indent="0" algn="l">
              <a:lnSpc>
                <a:spcPct val="100000"/>
              </a:lnSpc>
              <a:spcBef>
                <a:spcPts val="0"/>
              </a:spcBef>
              <a:spcAft>
                <a:spcPts val="0"/>
              </a:spcAft>
              <a:buNone/>
            </a:pPr>
            <a:r>
              <a:rPr sz="1200" i="1">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chemeClr val="dk1"/>
              </a:solidFill>
              <a:latin typeface="Red Hat Text"/>
              <a:ea typeface="Red Hat Text"/>
              <a:cs typeface="Red Hat Text"/>
            </a:endParaRPr>
          </a:p>
        </p:txBody>
      </p:sp>
      <p:sp>
        <p:nvSpPr>
          <p:cNvPr id="582" name="Google Shape;5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Recap and Connect</a:t>
            </a:r>
            <a:endParaRPr sz="1400">
              <a:solidFill>
                <a:schemeClr val="dk1"/>
              </a:solidFill>
              <a:latin typeface="Red Hat Text"/>
              <a:ea typeface="Red Hat Text"/>
              <a:cs typeface="Red Hat Text"/>
              <a:sym typeface="Red Hat Text"/>
            </a:endParaRPr>
          </a:p>
          <a:p>
            <a:pPr marL="457200" marR="0" lvl="0" indent="-304800" algn="l" rtl="0">
              <a:lnSpc>
                <a:spcPct val="100000"/>
              </a:lnSpc>
              <a:spcBef>
                <a:spcPts val="0"/>
              </a:spcBef>
              <a:spcAft>
                <a:spcPts val="0"/>
              </a:spcAft>
              <a:buSzPts val="1200"/>
              <a:buFont typeface="Red Hat Text"/>
              <a:buChar char="●"/>
            </a:pPr>
            <a:r>
              <a:rPr lang="en-US" sz="1200">
                <a:latin typeface="Red Hat Text"/>
                <a:ea typeface="Red Hat Text"/>
                <a:cs typeface="Red Hat Text"/>
                <a:sym typeface="Red Hat Text"/>
              </a:rPr>
              <a:t>1-2 bullets recapping last session </a:t>
            </a:r>
            <a:endParaRPr sz="1200">
              <a:latin typeface="Red Hat Text"/>
              <a:ea typeface="Red Hat Text"/>
              <a:cs typeface="Red Hat Text"/>
              <a:sym typeface="Red Hat Text"/>
            </a:endParaRPr>
          </a:p>
          <a:p>
            <a:pPr marL="457200" marR="0" lvl="0" indent="-304800" algn="l" rtl="0">
              <a:lnSpc>
                <a:spcPct val="100000"/>
              </a:lnSpc>
              <a:spcBef>
                <a:spcPts val="0"/>
              </a:spcBef>
              <a:spcAft>
                <a:spcPts val="0"/>
              </a:spcAft>
              <a:buSzPts val="1200"/>
              <a:buFont typeface="Red Hat Text"/>
              <a:buChar char="●"/>
            </a:pPr>
            <a:r>
              <a:rPr lang="en-US" sz="1200">
                <a:latin typeface="Red Hat Text"/>
                <a:ea typeface="Red Hat Text"/>
                <a:cs typeface="Red Hat Text"/>
                <a:sym typeface="Red Hat Text"/>
              </a:rPr>
              <a:t>1-2 bullets connecting it to today’s session </a:t>
            </a:r>
            <a:endParaRPr sz="1200">
              <a:latin typeface="Red Hat Text"/>
              <a:ea typeface="Red Hat Text"/>
              <a:cs typeface="Red Hat Text"/>
              <a:sym typeface="Red Hat Text"/>
            </a:endParaRPr>
          </a:p>
          <a:p>
            <a:pPr marL="457200" marR="0" lvl="0" indent="-304800" algn="l" rtl="0">
              <a:lnSpc>
                <a:spcPct val="100000"/>
              </a:lnSpc>
              <a:spcBef>
                <a:spcPts val="0"/>
              </a:spcBef>
              <a:spcAft>
                <a:spcPts val="0"/>
              </a:spcAft>
              <a:buSzPts val="1200"/>
              <a:buFont typeface="Red Hat Text"/>
              <a:buChar char="●"/>
            </a:pPr>
            <a:r>
              <a:rPr lang="en-US" sz="1200">
                <a:latin typeface="Red Hat Text"/>
                <a:ea typeface="Red Hat Text"/>
                <a:cs typeface="Red Hat Text"/>
                <a:sym typeface="Red Hat Text"/>
              </a:rPr>
              <a:t>Aim for 10 words max. per bullet</a:t>
            </a:r>
            <a:endParaRPr sz="1200">
              <a:latin typeface="Red Hat Text"/>
              <a:ea typeface="Red Hat Text"/>
              <a:cs typeface="Red Hat Text"/>
              <a:sym typeface="Red Hat Text"/>
            </a:endParaRPr>
          </a:p>
          <a:p>
            <a:pPr marL="457200" marR="0" lvl="0" indent="-304800" algn="l" rtl="0">
              <a:lnSpc>
                <a:spcPct val="100000"/>
              </a:lnSpc>
              <a:spcBef>
                <a:spcPts val="0"/>
              </a:spcBef>
              <a:spcAft>
                <a:spcPts val="0"/>
              </a:spcAft>
              <a:buSzPts val="1200"/>
              <a:buFont typeface="Red Hat Text"/>
              <a:buChar char="●"/>
            </a:pPr>
            <a:r>
              <a:rPr lang="en-US" sz="1200">
                <a:latin typeface="Red Hat Text"/>
                <a:ea typeface="Red Hat Text"/>
                <a:cs typeface="Red Hat Text"/>
                <a:sym typeface="Red Hat Text"/>
              </a:rPr>
              <a:t>Serves as the session orientation — no separate agenda slide needed</a:t>
            </a:r>
            <a:endParaRPr sz="1200">
              <a:latin typeface="Red Hat Text"/>
              <a:ea typeface="Red Hat Text"/>
              <a:cs typeface="Red Hat Text"/>
              <a:sym typeface="Red Hat Text"/>
            </a:endParaRPr>
          </a:p>
          <a:p>
            <a:pPr marL="0" marR="0" lvl="0" indent="0" algn="l" rtl="0">
              <a:lnSpc>
                <a:spcPct val="100000"/>
              </a:lnSpc>
              <a:spcBef>
                <a:spcPts val="0"/>
              </a:spcBef>
              <a:spcAft>
                <a:spcPts val="0"/>
              </a:spcAft>
              <a:buClr>
                <a:srgbClr val="000000"/>
              </a:buClr>
              <a:buSzPts val="1100"/>
              <a:buFont typeface="Arial"/>
              <a:buNone/>
            </a:pPr>
            <a:endParaRPr/>
          </a:p>
          <a:p>
            <a:pPr marL="0" lvl="0" indent="0" algn="l" rtl="0">
              <a:spcBef>
                <a:spcPts val="0"/>
              </a:spcBef>
              <a:spcAft>
                <a:spcPts val="0"/>
              </a:spcAft>
              <a:buClr>
                <a:schemeClr val="dk1"/>
              </a:buClr>
              <a:buSzPts val="1100"/>
              <a:buFont typeface="Arial"/>
              <a:buNone/>
            </a:pPr>
            <a:r>
              <a:rPr lang="en-US" sz="1200" i="1">
                <a:solidFill>
                  <a:schemeClr val="dk1"/>
                </a:solidFill>
                <a:latin typeface="Red Hat Text"/>
                <a:ea typeface="Red Hat Text"/>
                <a:cs typeface="Red Hat Text"/>
                <a:sym typeface="Red Hat Text"/>
              </a:rPr>
              <a:t>Note for Session 1:</a:t>
            </a:r>
            <a:r>
              <a:rPr lang="en-US" sz="1200">
                <a:solidFill>
                  <a:schemeClr val="dk1"/>
                </a:solidFill>
                <a:latin typeface="Red Hat Text"/>
                <a:ea typeface="Red Hat Text"/>
                <a:cs typeface="Red Hat Text"/>
                <a:sym typeface="Red Hat Text"/>
              </a:rPr>
              <a:t> Skip Group Norms and Recap and Connect.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a:p>
            <a:pPr marL="457200" marR="0" lvl="0" indent="-304800" algn="l">
              <a:lnSpc>
                <a:spcPct val="100000"/>
              </a:lnSpc>
              <a:spcBef>
                <a:spcPts val="0"/>
              </a:spcBef>
              <a:spcAft>
                <a:spcPts val="0"/>
              </a:spcAft>
              <a:buSzPts val="1200"/>
              <a:buFont typeface="Red Hat Text"/>
              <a:buChar char="●"/>
            </a:pPr>
            <a:endParaRPr sz="1200">
              <a:latin typeface="Red Hat Text"/>
              <a:ea typeface="Red Hat Text"/>
              <a:cs typeface="Red Hat Text"/>
            </a:endParaRPr>
          </a:p>
          <a:p>
            <a:pPr marL="457200" marR="0" lvl="0" indent="-304800" algn="l">
              <a:lnSpc>
                <a:spcPct val="100000"/>
              </a:lnSpc>
              <a:spcBef>
                <a:spcPts val="0"/>
              </a:spcBef>
              <a:spcAft>
                <a:spcPts val="0"/>
              </a:spcAft>
              <a:buSzPts val="1200"/>
              <a:buFont typeface="Red Hat Text"/>
              <a:buChar char="●"/>
            </a:pPr>
            <a:r>
              <a:rPr sz="1200">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457200" marR="0" lvl="0" indent="-304800" algn="l">
              <a:lnSpc>
                <a:spcPct val="100000"/>
              </a:lnSpc>
              <a:spcBef>
                <a:spcPts val="0"/>
              </a:spcBef>
              <a:spcAft>
                <a:spcPts val="0"/>
              </a:spcAft>
              <a:buSzPts val="1200"/>
              <a:buFont typeface="Red Hat Text"/>
              <a:buChar char="●"/>
            </a:pPr>
            <a:endParaRPr sz="1200">
              <a:latin typeface="Red Hat Text"/>
              <a:ea typeface="Red Hat Text"/>
              <a:cs typeface="Red Hat Text"/>
            </a:endParaRPr>
          </a:p>
          <a:p>
            <a:pPr marL="457200" marR="0" lvl="0" indent="-304800" algn="l">
              <a:lnSpc>
                <a:spcPct val="100000"/>
              </a:lnSpc>
              <a:spcBef>
                <a:spcPts val="0"/>
              </a:spcBef>
              <a:spcAft>
                <a:spcPts val="0"/>
              </a:spcAft>
              <a:buSzPts val="1200"/>
              <a:buFont typeface="Red Hat Text"/>
              <a:buChar char="●"/>
            </a:pPr>
            <a:r>
              <a:rPr sz="1200">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0" marR="0" lvl="0" indent="0" algn="l">
              <a:lnSpc>
                <a:spcPct val="100000"/>
              </a:lnSpc>
              <a:spcBef>
                <a:spcPts val="0"/>
              </a:spcBef>
              <a:spcAft>
                <a:spcPts val="0"/>
              </a:spcAft>
              <a:buClr>
                <a:srgbClr val="000000"/>
              </a:buClr>
              <a:buSzPts val="1100"/>
              <a:buFont typeface="Arial"/>
              <a:buNone/>
            </a:pPr>
            <a:endParaRPr/>
          </a:p>
          <a:p>
            <a:pPr marL="0" lvl="0" indent="0" algn="l">
              <a:spcBef>
                <a:spcPts val="0"/>
              </a:spcBef>
              <a:spcAft>
                <a:spcPts val="0"/>
              </a:spcAft>
              <a:buClr>
                <a:schemeClr val="dk1"/>
              </a:buClr>
              <a:buSzPts val="1100"/>
              <a:buFont typeface="Arial"/>
              <a:buNone/>
            </a:pPr>
            <a:r>
              <a:rPr sz="1200" i="1">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a:p>
        </p:txBody>
      </p:sp>
      <p:sp>
        <p:nvSpPr>
          <p:cNvPr id="588" name="Google Shape;5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f6836fcf54_0_8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f6836fcf54_0_8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chemeClr val="dk1"/>
                </a:solidFill>
                <a:latin typeface="Red Hat Text"/>
                <a:ea typeface="Red Hat Text"/>
                <a:cs typeface="Red Hat Text"/>
                <a:sym typeface="Red Hat Text"/>
              </a:rPr>
              <a:t>Claire</a:t>
            </a:r>
            <a:endParaRPr sz="1400" dirty="0">
              <a:solidFill>
                <a:schemeClr val="dk1"/>
              </a:solidFill>
              <a:latin typeface="Red Hat Text"/>
              <a:ea typeface="Red Hat Text"/>
              <a:cs typeface="Red Hat Text"/>
              <a:sym typeface="Red Hat Text"/>
            </a:endParaRPr>
          </a:p>
          <a:p>
            <a:pPr marL="0" lvl="0" indent="0" algn="l">
              <a:spcBef>
                <a:spcPts val="0"/>
              </a:spcBef>
              <a:spcAft>
                <a:spcPts val="0"/>
              </a:spcAft>
              <a:buNone/>
            </a:pPr>
            <a:r>
              <a:rPr sz="1400" dirty="0" err="1">
                <a:solidFill>
                  <a:schemeClr val="dk1"/>
                </a:solidFill>
                <a:latin typeface="Red Hat Text"/>
                <a:ea typeface="Red Hat Text"/>
                <a:cs typeface="Red Hat Text"/>
              </a:rPr>
              <a:t>Fusce</a:t>
            </a:r>
            <a:r>
              <a:rPr sz="1400" dirty="0">
                <a:solidFill>
                  <a:schemeClr val="dk1"/>
                </a:solidFill>
                <a:latin typeface="Red Hat Text"/>
                <a:ea typeface="Red Hat Text"/>
                <a:cs typeface="Red Hat Text"/>
              </a:rPr>
              <a:t> at lorem vitae </a:t>
            </a:r>
            <a:r>
              <a:rPr sz="1400" dirty="0" err="1">
                <a:solidFill>
                  <a:schemeClr val="dk1"/>
                </a:solidFill>
                <a:latin typeface="Red Hat Text"/>
                <a:ea typeface="Red Hat Text"/>
                <a:cs typeface="Red Hat Text"/>
              </a:rPr>
              <a:t>lectus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luctus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placerat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Etiam</a:t>
            </a:r>
            <a:r>
              <a:rPr sz="1400" dirty="0">
                <a:solidFill>
                  <a:schemeClr val="dk1"/>
                </a:solidFill>
                <a:latin typeface="Red Hat Text"/>
                <a:ea typeface="Red Hat Text"/>
                <a:cs typeface="Red Hat Text"/>
              </a:rPr>
              <a:t> group discussion ipsum dolor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consectetur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adipiscing</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elit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Phasellus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consequat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arcu</a:t>
            </a:r>
            <a:r>
              <a:rPr sz="1400" dirty="0">
                <a:solidFill>
                  <a:schemeClr val="dk1"/>
                </a:solidFill>
                <a:latin typeface="Red Hat Text"/>
                <a:ea typeface="Red Hat Text"/>
                <a:cs typeface="Red Hat Text"/>
              </a:rPr>
              <a:t> quis </a:t>
            </a:r>
            <a:r>
              <a:rPr sz="1400" dirty="0" err="1">
                <a:solidFill>
                  <a:schemeClr val="dk1"/>
                </a:solidFill>
                <a:latin typeface="Red Hat Text"/>
                <a:ea typeface="Red Hat Text"/>
                <a:cs typeface="Red Hat Text"/>
              </a:rPr>
              <a:t>nibh</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interdum</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ut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vehicula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nulla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viverra</a:t>
            </a:r>
            <a:r>
              <a:rPr sz="1400" dirty="0">
                <a:solidFill>
                  <a:schemeClr val="dk1"/>
                </a:solidFill>
                <a:latin typeface="Red Hat Text"/>
                <a:ea typeface="Red Hat Text"/>
                <a:cs typeface="Red Hat Text"/>
              </a:rPr>
              <a:t>. Nunc facilitation practice lorem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augue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pellentesque</a:t>
            </a:r>
            <a:r>
              <a:rPr sz="1400" dirty="0">
                <a:solidFill>
                  <a:schemeClr val="dk1"/>
                </a:solidFill>
                <a:latin typeface="Red Hat Text"/>
                <a:ea typeface="Red Hat Text"/>
                <a:cs typeface="Red Hat Text"/>
              </a:rPr>
              <a:t>, in </a:t>
            </a:r>
            <a:r>
              <a:rPr sz="1400" dirty="0" err="1">
                <a:solidFill>
                  <a:schemeClr val="dk1"/>
                </a:solidFill>
                <a:latin typeface="Red Hat Text"/>
                <a:ea typeface="Red Hat Text"/>
                <a:cs typeface="Red Hat Text"/>
              </a:rPr>
              <a:t>blandit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mauris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tincidunt</a:t>
            </a:r>
            <a:r>
              <a:rPr sz="1400" dirty="0">
                <a:solidFill>
                  <a:schemeClr val="dk1"/>
                </a:solidFill>
                <a:latin typeface="Red Hat Text"/>
                <a:ea typeface="Red Hat Text"/>
                <a:cs typeface="Red Hat Text"/>
              </a:rPr>
              <a:t>. Morbi vitae </a:t>
            </a:r>
            <a:r>
              <a:rPr sz="1400" dirty="0" err="1">
                <a:solidFill>
                  <a:schemeClr val="dk1"/>
                </a:solidFill>
                <a:latin typeface="Red Hat Text"/>
                <a:ea typeface="Red Hat Text"/>
                <a:cs typeface="Red Hat Text"/>
              </a:rPr>
              <a:t>massa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eget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sapien</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rutrum</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dapibus</a:t>
            </a:r>
            <a:r>
              <a:rPr sz="1400" dirty="0">
                <a:solidFill>
                  <a:schemeClr val="dk1"/>
                </a:solidFill>
                <a:latin typeface="Red Hat Text"/>
                <a:ea typeface="Red Hat Text"/>
                <a:cs typeface="Red Hat Text"/>
              </a:rPr>
              <a:t>. Cras ac </a:t>
            </a:r>
            <a:r>
              <a:rPr sz="1400" dirty="0" err="1">
                <a:solidFill>
                  <a:schemeClr val="dk1"/>
                </a:solidFill>
                <a:latin typeface="Red Hat Text"/>
                <a:ea typeface="Red Hat Text"/>
                <a:cs typeface="Red Hat Text"/>
              </a:rPr>
              <a:t>neque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eget</a:t>
            </a:r>
            <a:r>
              <a:rPr sz="1400" dirty="0">
                <a:solidFill>
                  <a:schemeClr val="dk1"/>
                </a:solidFill>
                <a:latin typeface="Red Hat Text"/>
                <a:ea typeface="Red Hat Text"/>
                <a:cs typeface="Red Hat Text"/>
              </a:rPr>
              <a:t> dolor </a:t>
            </a:r>
            <a:r>
              <a:rPr sz="1400" dirty="0" err="1">
                <a:solidFill>
                  <a:schemeClr val="dk1"/>
                </a:solidFill>
                <a:latin typeface="Red Hat Text"/>
                <a:ea typeface="Red Hat Text"/>
                <a:cs typeface="Red Hat Text"/>
              </a:rPr>
              <a:t>interdum</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feugiat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Quisque</a:t>
            </a:r>
            <a:r>
              <a:rPr sz="1400" dirty="0">
                <a:solidFill>
                  <a:schemeClr val="dk1"/>
                </a:solidFill>
                <a:latin typeface="Red Hat Text"/>
                <a:ea typeface="Red Hat Text"/>
                <a:cs typeface="Red Hat Text"/>
              </a:rPr>
              <a:t> reflection lorem ipsum dolor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consectetur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adipiscing</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elit</a:t>
            </a:r>
            <a:r>
              <a:rPr sz="1400" dirty="0">
                <a:solidFill>
                  <a:schemeClr val="dk1"/>
                </a:solidFill>
                <a:latin typeface="Red Hat Text"/>
                <a:ea typeface="Red Hat Text"/>
                <a:cs typeface="Red Hat Text"/>
              </a:rPr>
              <a:t>. In hac </a:t>
            </a:r>
            <a:r>
              <a:rPr sz="1400" dirty="0" err="1">
                <a:solidFill>
                  <a:schemeClr val="dk1"/>
                </a:solidFill>
                <a:latin typeface="Red Hat Text"/>
                <a:ea typeface="Red Hat Text"/>
                <a:cs typeface="Red Hat Text"/>
              </a:rPr>
              <a:t>habitasse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platea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dictumst</a:t>
            </a:r>
            <a:r>
              <a:rPr sz="1400" dirty="0">
                <a:solidFill>
                  <a:schemeClr val="dk1"/>
                </a:solidFill>
                <a:latin typeface="Red Hat Text"/>
                <a:ea typeface="Red Hat Text"/>
                <a:cs typeface="Red Hat Text"/>
              </a:rPr>
              <a:t>.</a:t>
            </a:r>
          </a:p>
          <a:p>
            <a:pPr marL="0" lvl="0" indent="0" algn="l">
              <a:spcBef>
                <a:spcPts val="0"/>
              </a:spcBef>
              <a:spcAft>
                <a:spcPts val="0"/>
              </a:spcAft>
              <a:buNone/>
            </a:pPr>
            <a:endParaRPr sz="1400" dirty="0">
              <a:solidFill>
                <a:schemeClr val="dk1"/>
              </a:solidFill>
              <a:latin typeface="Red Hat Text"/>
              <a:ea typeface="Red Hat Text"/>
              <a:cs typeface="Red Hat Text"/>
            </a:endParaRPr>
          </a:p>
          <a:p>
            <a:pPr marL="0" lvl="0" indent="0" algn="l">
              <a:spcBef>
                <a:spcPts val="0"/>
              </a:spcBef>
              <a:spcAft>
                <a:spcPts val="0"/>
              </a:spcAft>
              <a:buNone/>
            </a:pPr>
            <a:r>
              <a:rPr sz="1400" dirty="0">
                <a:solidFill>
                  <a:schemeClr val="dk1"/>
                </a:solidFill>
                <a:latin typeface="Red Hat Text"/>
                <a:ea typeface="Red Hat Text"/>
                <a:cs typeface="Red Hat Text"/>
              </a:rPr>
              <a:t>Lorem ipsum dolor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consectetur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adipiscing</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elit</a:t>
            </a:r>
            <a:r>
              <a:rPr sz="1400" dirty="0">
                <a:solidFill>
                  <a:schemeClr val="dk1"/>
                </a:solidFill>
                <a:latin typeface="Red Hat Text"/>
                <a:ea typeface="Red Hat Text"/>
                <a:cs typeface="Red Hat Text"/>
              </a:rPr>
              <a:t>. Sed do </a:t>
            </a:r>
            <a:r>
              <a:rPr sz="1400" dirty="0" err="1">
                <a:solidFill>
                  <a:schemeClr val="dk1"/>
                </a:solidFill>
                <a:latin typeface="Red Hat Text"/>
                <a:ea typeface="Red Hat Text"/>
                <a:cs typeface="Red Hat Text"/>
              </a:rPr>
              <a:t>eiusmod</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tempor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incididunt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ut</a:t>
            </a:r>
            <a:r>
              <a:rPr sz="1400" dirty="0">
                <a:solidFill>
                  <a:schemeClr val="dk1"/>
                </a:solidFill>
                <a:latin typeface="Red Hat Text"/>
                <a:ea typeface="Red Hat Text"/>
                <a:cs typeface="Red Hat Text"/>
              </a:rPr>
              <a:t> labore et dolore magna </a:t>
            </a:r>
            <a:r>
              <a:rPr sz="1400" dirty="0" err="1">
                <a:solidFill>
                  <a:schemeClr val="dk1"/>
                </a:solidFill>
                <a:latin typeface="Red Hat Text"/>
                <a:ea typeface="Red Hat Text"/>
                <a:cs typeface="Red Hat Text"/>
              </a:rPr>
              <a:t>aliqua</a:t>
            </a:r>
            <a:r>
              <a:rPr sz="1400" dirty="0">
                <a:solidFill>
                  <a:schemeClr val="dk1"/>
                </a:solidFill>
                <a:latin typeface="Red Hat Text"/>
                <a:ea typeface="Red Hat Text"/>
                <a:cs typeface="Red Hat Text"/>
              </a:rPr>
              <a:t>. Ut </a:t>
            </a:r>
            <a:r>
              <a:rPr sz="1400" dirty="0" err="1">
                <a:solidFill>
                  <a:schemeClr val="dk1"/>
                </a:solidFill>
                <a:latin typeface="Red Hat Text"/>
                <a:ea typeface="Red Hat Text"/>
                <a:cs typeface="Red Hat Text"/>
              </a:rPr>
              <a:t>enim</a:t>
            </a:r>
            <a:r>
              <a:rPr sz="1400" dirty="0">
                <a:solidFill>
                  <a:schemeClr val="dk1"/>
                </a:solidFill>
                <a:latin typeface="Red Hat Text"/>
                <a:ea typeface="Red Hat Text"/>
                <a:cs typeface="Red Hat Text"/>
              </a:rPr>
              <a:t> ad minim </a:t>
            </a:r>
            <a:r>
              <a:rPr sz="1400" dirty="0" err="1">
                <a:solidFill>
                  <a:schemeClr val="dk1"/>
                </a:solidFill>
                <a:latin typeface="Red Hat Text"/>
                <a:ea typeface="Red Hat Text"/>
                <a:cs typeface="Red Hat Text"/>
              </a:rPr>
              <a:t>veniam</a:t>
            </a:r>
            <a:r>
              <a:rPr sz="1400" dirty="0">
                <a:solidFill>
                  <a:schemeClr val="dk1"/>
                </a:solidFill>
                <a:latin typeface="Red Hat Text"/>
                <a:ea typeface="Red Hat Text"/>
                <a:cs typeface="Red Hat Text"/>
              </a:rPr>
              <a:t>, quis </a:t>
            </a:r>
            <a:r>
              <a:rPr sz="1400" dirty="0" err="1">
                <a:solidFill>
                  <a:schemeClr val="dk1"/>
                </a:solidFill>
                <a:latin typeface="Red Hat Text"/>
                <a:ea typeface="Red Hat Text"/>
                <a:cs typeface="Red Hat Text"/>
              </a:rPr>
              <a:t>nostrud</a:t>
            </a:r>
            <a:r>
              <a:rPr sz="1400" dirty="0">
                <a:solidFill>
                  <a:schemeClr val="dk1"/>
                </a:solidFill>
                <a:latin typeface="Red Hat Text"/>
                <a:ea typeface="Red Hat Text"/>
                <a:cs typeface="Red Hat Text"/>
              </a:rPr>
              <a:t> exercitation </a:t>
            </a:r>
            <a:r>
              <a:rPr sz="1400" dirty="0" err="1">
                <a:solidFill>
                  <a:schemeClr val="dk1"/>
                </a:solidFill>
                <a:latin typeface="Red Hat Text"/>
                <a:ea typeface="Red Hat Text"/>
                <a:cs typeface="Red Hat Text"/>
              </a:rPr>
              <a:t>ullamco</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laboris</a:t>
            </a:r>
            <a:r>
              <a:rPr sz="1400" dirty="0">
                <a:solidFill>
                  <a:schemeClr val="dk1"/>
                </a:solidFill>
                <a:latin typeface="Red Hat Text"/>
                <a:ea typeface="Red Hat Text"/>
                <a:cs typeface="Red Hat Text"/>
              </a:rPr>
              <a:t> nisi </a:t>
            </a:r>
            <a:r>
              <a:rPr sz="1400" dirty="0" err="1">
                <a:solidFill>
                  <a:schemeClr val="dk1"/>
                </a:solidFill>
                <a:latin typeface="Red Hat Text"/>
                <a:ea typeface="Red Hat Text"/>
                <a:cs typeface="Red Hat Text"/>
              </a:rPr>
              <a:t>ut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aliquip</a:t>
            </a:r>
            <a:r>
              <a:rPr sz="1400" dirty="0">
                <a:solidFill>
                  <a:schemeClr val="dk1"/>
                </a:solidFill>
                <a:latin typeface="Red Hat Text"/>
                <a:ea typeface="Red Hat Text"/>
                <a:cs typeface="Red Hat Text"/>
              </a:rPr>
              <a:t> ex </a:t>
            </a:r>
            <a:r>
              <a:rPr sz="1400" dirty="0" err="1">
                <a:solidFill>
                  <a:schemeClr val="dk1"/>
                </a:solidFill>
                <a:latin typeface="Red Hat Text"/>
                <a:ea typeface="Red Hat Text"/>
                <a:cs typeface="Red Hat Text"/>
              </a:rPr>
              <a:t>ea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commodo</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consequat</a:t>
            </a:r>
            <a:r>
              <a:rPr sz="1400" dirty="0">
                <a:solidFill>
                  <a:schemeClr val="dk1"/>
                </a:solidFill>
                <a:latin typeface="Red Hat Text"/>
                <a:ea typeface="Red Hat Text"/>
                <a:cs typeface="Red Hat Text"/>
              </a:rPr>
              <a:t>. Duis </a:t>
            </a:r>
            <a:r>
              <a:rPr sz="1400" dirty="0" err="1">
                <a:solidFill>
                  <a:schemeClr val="dk1"/>
                </a:solidFill>
                <a:latin typeface="Red Hat Text"/>
                <a:ea typeface="Red Hat Text"/>
                <a:cs typeface="Red Hat Text"/>
              </a:rPr>
              <a:t>aute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irure</a:t>
            </a:r>
            <a:r>
              <a:rPr sz="1400" dirty="0">
                <a:solidFill>
                  <a:schemeClr val="dk1"/>
                </a:solidFill>
                <a:latin typeface="Red Hat Text"/>
                <a:ea typeface="Red Hat Text"/>
                <a:cs typeface="Red Hat Text"/>
              </a:rPr>
              <a:t> dolor in </a:t>
            </a:r>
            <a:r>
              <a:rPr sz="1400" dirty="0" err="1">
                <a:solidFill>
                  <a:schemeClr val="dk1"/>
                </a:solidFill>
                <a:latin typeface="Red Hat Text"/>
                <a:ea typeface="Red Hat Text"/>
                <a:cs typeface="Red Hat Text"/>
              </a:rPr>
              <a:t>reprehenderit</a:t>
            </a:r>
            <a:r>
              <a:rPr sz="1400" dirty="0">
                <a:solidFill>
                  <a:schemeClr val="dk1"/>
                </a:solidFill>
                <a:latin typeface="Red Hat Text"/>
                <a:ea typeface="Red Hat Text"/>
                <a:cs typeface="Red Hat Text"/>
              </a:rPr>
              <a:t> in </a:t>
            </a:r>
            <a:r>
              <a:rPr sz="1400" dirty="0" err="1">
                <a:solidFill>
                  <a:schemeClr val="dk1"/>
                </a:solidFill>
                <a:latin typeface="Red Hat Text"/>
                <a:ea typeface="Red Hat Text"/>
                <a:cs typeface="Red Hat Text"/>
              </a:rPr>
              <a:t>voluptate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velit</a:t>
            </a:r>
            <a:r>
              <a:rPr sz="1400" dirty="0">
                <a:solidFill>
                  <a:schemeClr val="dk1"/>
                </a:solidFill>
                <a:latin typeface="Red Hat Text"/>
                <a:ea typeface="Red Hat Text"/>
                <a:cs typeface="Red Hat Text"/>
              </a:rPr>
              <a:t> esse </a:t>
            </a:r>
            <a:r>
              <a:rPr sz="1400" dirty="0" err="1">
                <a:solidFill>
                  <a:schemeClr val="dk1"/>
                </a:solidFill>
                <a:latin typeface="Red Hat Text"/>
                <a:ea typeface="Red Hat Text"/>
                <a:cs typeface="Red Hat Text"/>
              </a:rPr>
              <a:t>cillum</a:t>
            </a:r>
            <a:r>
              <a:rPr sz="1400" dirty="0">
                <a:solidFill>
                  <a:schemeClr val="dk1"/>
                </a:solidFill>
                <a:latin typeface="Red Hat Text"/>
                <a:ea typeface="Red Hat Text"/>
                <a:cs typeface="Red Hat Text"/>
              </a:rPr>
              <a:t> dolore </a:t>
            </a:r>
            <a:r>
              <a:rPr sz="1400" dirty="0" err="1">
                <a:solidFill>
                  <a:schemeClr val="dk1"/>
                </a:solidFill>
                <a:latin typeface="Red Hat Text"/>
                <a:ea typeface="Red Hat Text"/>
                <a:cs typeface="Red Hat Text"/>
              </a:rPr>
              <a:t>eu</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fugiat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nulla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pariatur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Excepteur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sint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occaecat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cupidatat</a:t>
            </a:r>
            <a:r>
              <a:rPr sz="1400" dirty="0">
                <a:solidFill>
                  <a:schemeClr val="dk1"/>
                </a:solidFill>
                <a:latin typeface="Red Hat Text"/>
                <a:ea typeface="Red Hat Text"/>
                <a:cs typeface="Red Hat Text"/>
              </a:rPr>
              <a:t> non </a:t>
            </a:r>
            <a:r>
              <a:rPr sz="1400" dirty="0" err="1">
                <a:solidFill>
                  <a:schemeClr val="dk1"/>
                </a:solidFill>
                <a:latin typeface="Red Hat Text"/>
                <a:ea typeface="Red Hat Text"/>
                <a:cs typeface="Red Hat Text"/>
              </a:rPr>
              <a:t>proident</a:t>
            </a:r>
            <a:r>
              <a:rPr sz="1400" dirty="0">
                <a:solidFill>
                  <a:schemeClr val="dk1"/>
                </a:solidFill>
                <a:latin typeface="Red Hat Text"/>
                <a:ea typeface="Red Hat Text"/>
                <a:cs typeface="Red Hat Text"/>
              </a:rPr>
              <a:t>, sunt in culpa qui </a:t>
            </a:r>
            <a:r>
              <a:rPr sz="1400" dirty="0" err="1">
                <a:solidFill>
                  <a:schemeClr val="dk1"/>
                </a:solidFill>
                <a:latin typeface="Red Hat Text"/>
                <a:ea typeface="Red Hat Text"/>
                <a:cs typeface="Red Hat Text"/>
              </a:rPr>
              <a:t>officia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deserunt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mollit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anim</a:t>
            </a:r>
            <a:r>
              <a:rPr sz="1400" dirty="0">
                <a:solidFill>
                  <a:schemeClr val="dk1"/>
                </a:solidFill>
                <a:latin typeface="Red Hat Text"/>
                <a:ea typeface="Red Hat Text"/>
                <a:cs typeface="Red Hat Text"/>
              </a:rPr>
              <a:t> id est </a:t>
            </a:r>
            <a:r>
              <a:rPr sz="1400" dirty="0" err="1">
                <a:solidFill>
                  <a:schemeClr val="dk1"/>
                </a:solidFill>
                <a:latin typeface="Red Hat Text"/>
                <a:ea typeface="Red Hat Text"/>
                <a:cs typeface="Red Hat Text"/>
              </a:rPr>
              <a:t>laborum</a:t>
            </a:r>
            <a:r>
              <a:rPr sz="1400" dirty="0">
                <a:solidFill>
                  <a:schemeClr val="dk1"/>
                </a:solidFill>
                <a:latin typeface="Red Hat Text"/>
                <a:ea typeface="Red Hat Text"/>
                <a:cs typeface="Red Hat Text"/>
              </a:rPr>
              <a:t>.</a:t>
            </a:r>
          </a:p>
          <a:p>
            <a:pPr marL="0" lvl="0" indent="0" algn="l">
              <a:spcBef>
                <a:spcPts val="0"/>
              </a:spcBef>
              <a:spcAft>
                <a:spcPts val="0"/>
              </a:spcAft>
              <a:buNone/>
            </a:pPr>
            <a:endParaRPr sz="1400" dirty="0">
              <a:solidFill>
                <a:schemeClr val="dk1"/>
              </a:solidFill>
              <a:latin typeface="Red Hat Text"/>
              <a:ea typeface="Red Hat Text"/>
              <a:cs typeface="Red Hat Text"/>
            </a:endParaRPr>
          </a:p>
          <a:p>
            <a:pPr marL="0" lvl="0" indent="0" algn="l">
              <a:spcBef>
                <a:spcPts val="0"/>
              </a:spcBef>
              <a:spcAft>
                <a:spcPts val="0"/>
              </a:spcAft>
              <a:buNone/>
            </a:pPr>
            <a:r>
              <a:rPr sz="1400" dirty="0" err="1">
                <a:solidFill>
                  <a:schemeClr val="dk1"/>
                </a:solidFill>
                <a:latin typeface="Red Hat Text"/>
                <a:ea typeface="Red Hat Text"/>
                <a:cs typeface="Red Hat Text"/>
              </a:rPr>
              <a:t>Praesent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facilisis</a:t>
            </a:r>
            <a:r>
              <a:rPr sz="1400" dirty="0">
                <a:solidFill>
                  <a:schemeClr val="dk1"/>
                </a:solidFill>
                <a:latin typeface="Red Hat Text"/>
                <a:ea typeface="Red Hat Text"/>
                <a:cs typeface="Red Hat Text"/>
              </a:rPr>
              <a:t>, lorem in facilitation cursus, </a:t>
            </a:r>
            <a:r>
              <a:rPr sz="1400" dirty="0" err="1">
                <a:solidFill>
                  <a:schemeClr val="dk1"/>
                </a:solidFill>
                <a:latin typeface="Red Hat Text"/>
                <a:ea typeface="Red Hat Text"/>
                <a:cs typeface="Red Hat Text"/>
              </a:rPr>
              <a:t>neque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justo</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posuere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nibh</a:t>
            </a:r>
            <a:r>
              <a:rPr sz="1400" dirty="0">
                <a:solidFill>
                  <a:schemeClr val="dk1"/>
                </a:solidFill>
                <a:latin typeface="Red Hat Text"/>
                <a:ea typeface="Red Hat Text"/>
                <a:cs typeface="Red Hat Text"/>
              </a:rPr>
              <a:t>, vitae </a:t>
            </a:r>
            <a:r>
              <a:rPr sz="1400" dirty="0" err="1">
                <a:solidFill>
                  <a:schemeClr val="dk1"/>
                </a:solidFill>
                <a:latin typeface="Red Hat Text"/>
                <a:ea typeface="Red Hat Text"/>
                <a:cs typeface="Red Hat Text"/>
              </a:rPr>
              <a:t>consequat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arcu</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sapien</a:t>
            </a:r>
            <a:r>
              <a:rPr sz="1400" dirty="0">
                <a:solidFill>
                  <a:schemeClr val="dk1"/>
                </a:solidFill>
                <a:latin typeface="Red Hat Text"/>
                <a:ea typeface="Red Hat Text"/>
                <a:cs typeface="Red Hat Text"/>
              </a:rPr>
              <a:t> non </a:t>
            </a:r>
            <a:r>
              <a:rPr sz="1400" dirty="0" err="1">
                <a:solidFill>
                  <a:schemeClr val="dk1"/>
                </a:solidFill>
                <a:latin typeface="Red Hat Text"/>
                <a:ea typeface="Red Hat Text"/>
                <a:cs typeface="Red Hat Text"/>
              </a:rPr>
              <a:t>erat</a:t>
            </a:r>
            <a:r>
              <a:rPr sz="1400" dirty="0">
                <a:solidFill>
                  <a:schemeClr val="dk1"/>
                </a:solidFill>
                <a:latin typeface="Red Hat Text"/>
                <a:ea typeface="Red Hat Text"/>
                <a:cs typeface="Red Hat Text"/>
              </a:rPr>
              <a:t>. Integer vitae ipsum </a:t>
            </a:r>
            <a:r>
              <a:rPr sz="1400" dirty="0" err="1">
                <a:solidFill>
                  <a:schemeClr val="dk1"/>
                </a:solidFill>
                <a:latin typeface="Red Hat Text"/>
                <a:ea typeface="Red Hat Text"/>
                <a:cs typeface="Red Hat Text"/>
              </a:rPr>
              <a:t>eget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purus</a:t>
            </a:r>
            <a:r>
              <a:rPr sz="1400" dirty="0">
                <a:solidFill>
                  <a:schemeClr val="dk1"/>
                </a:solidFill>
                <a:latin typeface="Red Hat Text"/>
                <a:ea typeface="Red Hat Text"/>
                <a:cs typeface="Red Hat Text"/>
              </a:rPr>
              <a:t> tempus </a:t>
            </a:r>
            <a:r>
              <a:rPr sz="1400" dirty="0" err="1">
                <a:solidFill>
                  <a:schemeClr val="dk1"/>
                </a:solidFill>
                <a:latin typeface="Red Hat Text"/>
                <a:ea typeface="Red Hat Text"/>
                <a:cs typeface="Red Hat Text"/>
              </a:rPr>
              <a:t>tincidunt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Curabitur</a:t>
            </a:r>
            <a:r>
              <a:rPr sz="1400" dirty="0">
                <a:solidFill>
                  <a:schemeClr val="dk1"/>
                </a:solidFill>
                <a:latin typeface="Red Hat Text"/>
                <a:ea typeface="Red Hat Text"/>
                <a:cs typeface="Red Hat Text"/>
              </a:rPr>
              <a:t> participant reflection lorem ipsum dolor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consectetur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adipiscing</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elit</a:t>
            </a:r>
            <a:r>
              <a:rPr sz="1400" dirty="0">
                <a:solidFill>
                  <a:schemeClr val="dk1"/>
                </a:solidFill>
                <a:latin typeface="Red Hat Text"/>
                <a:ea typeface="Red Hat Text"/>
                <a:cs typeface="Red Hat Text"/>
              </a:rPr>
              <a:t>. Vestibulum ante ipsum </a:t>
            </a:r>
            <a:r>
              <a:rPr sz="1400" dirty="0" err="1">
                <a:solidFill>
                  <a:schemeClr val="dk1"/>
                </a:solidFill>
                <a:latin typeface="Red Hat Text"/>
                <a:ea typeface="Red Hat Text"/>
                <a:cs typeface="Red Hat Text"/>
              </a:rPr>
              <a:t>primis</a:t>
            </a:r>
            <a:r>
              <a:rPr sz="1400" dirty="0">
                <a:solidFill>
                  <a:schemeClr val="dk1"/>
                </a:solidFill>
                <a:latin typeface="Red Hat Text"/>
                <a:ea typeface="Red Hat Text"/>
                <a:cs typeface="Red Hat Text"/>
              </a:rPr>
              <a:t> in </a:t>
            </a:r>
            <a:r>
              <a:rPr sz="1400" dirty="0" err="1">
                <a:solidFill>
                  <a:schemeClr val="dk1"/>
                </a:solidFill>
                <a:latin typeface="Red Hat Text"/>
                <a:ea typeface="Red Hat Text"/>
                <a:cs typeface="Red Hat Text"/>
              </a:rPr>
              <a:t>faucibus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orci</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luctus</a:t>
            </a:r>
            <a:r>
              <a:rPr sz="1400" dirty="0">
                <a:solidFill>
                  <a:schemeClr val="dk1"/>
                </a:solidFill>
                <a:latin typeface="Red Hat Text"/>
                <a:ea typeface="Red Hat Text"/>
                <a:cs typeface="Red Hat Text"/>
              </a:rPr>
              <a:t> et </a:t>
            </a:r>
            <a:r>
              <a:rPr sz="1400" dirty="0" err="1">
                <a:solidFill>
                  <a:schemeClr val="dk1"/>
                </a:solidFill>
                <a:latin typeface="Red Hat Text"/>
                <a:ea typeface="Red Hat Text"/>
                <a:cs typeface="Red Hat Text"/>
              </a:rPr>
              <a:t>ultrices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posuere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cubilia</a:t>
            </a:r>
            <a:r>
              <a:rPr sz="1400" dirty="0">
                <a:solidFill>
                  <a:schemeClr val="dk1"/>
                </a:solidFill>
                <a:latin typeface="Red Hat Text"/>
                <a:ea typeface="Red Hat Text"/>
                <a:cs typeface="Red Hat Text"/>
              </a:rPr>
              <a:t> curae. Aenean discussion practice magna vel </a:t>
            </a:r>
            <a:r>
              <a:rPr sz="1400" dirty="0" err="1">
                <a:solidFill>
                  <a:schemeClr val="dk1"/>
                </a:solidFill>
                <a:latin typeface="Red Hat Text"/>
                <a:ea typeface="Red Hat Text"/>
                <a:cs typeface="Red Hat Text"/>
              </a:rPr>
              <a:t>lectus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commodo</a:t>
            </a:r>
            <a:r>
              <a:rPr sz="1400" dirty="0">
                <a:solidFill>
                  <a:schemeClr val="dk1"/>
                </a:solidFill>
                <a:latin typeface="Red Hat Text"/>
                <a:ea typeface="Red Hat Text"/>
                <a:cs typeface="Red Hat Text"/>
              </a:rPr>
              <a:t>, sed </a:t>
            </a:r>
            <a:r>
              <a:rPr sz="1400" dirty="0" err="1">
                <a:solidFill>
                  <a:schemeClr val="dk1"/>
                </a:solidFill>
                <a:latin typeface="Red Hat Text"/>
                <a:ea typeface="Red Hat Text"/>
                <a:cs typeface="Red Hat Text"/>
              </a:rPr>
              <a:t>aliquet</a:t>
            </a:r>
            <a:r>
              <a:rPr sz="1400" dirty="0">
                <a:solidFill>
                  <a:schemeClr val="dk1"/>
                </a:solidFill>
                <a:latin typeface="Red Hat Text"/>
                <a:ea typeface="Red Hat Text"/>
                <a:cs typeface="Red Hat Text"/>
              </a:rPr>
              <a:t> libero </a:t>
            </a:r>
            <a:r>
              <a:rPr sz="1400" dirty="0" err="1">
                <a:solidFill>
                  <a:schemeClr val="dk1"/>
                </a:solidFill>
                <a:latin typeface="Red Hat Text"/>
                <a:ea typeface="Red Hat Text"/>
                <a:cs typeface="Red Hat Text"/>
              </a:rPr>
              <a:t>volutpat</a:t>
            </a:r>
            <a:r>
              <a:rPr sz="1400" dirty="0">
                <a:solidFill>
                  <a:schemeClr val="dk1"/>
                </a:solidFill>
                <a:latin typeface="Red Hat Text"/>
                <a:ea typeface="Red Hat Text"/>
                <a:cs typeface="Red Hat Text"/>
              </a:rPr>
              <a:t>. Donec </a:t>
            </a:r>
            <a:r>
              <a:rPr sz="1400" dirty="0" err="1">
                <a:solidFill>
                  <a:schemeClr val="dk1"/>
                </a:solidFill>
                <a:latin typeface="Red Hat Text"/>
                <a:ea typeface="Red Hat Text"/>
                <a:cs typeface="Red Hat Text"/>
              </a:rPr>
              <a:t>euismod</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nibh</a:t>
            </a:r>
            <a:r>
              <a:rPr sz="1400" dirty="0">
                <a:solidFill>
                  <a:schemeClr val="dk1"/>
                </a:solidFill>
                <a:latin typeface="Red Hat Text"/>
                <a:ea typeface="Red Hat Text"/>
                <a:cs typeface="Red Hat Text"/>
              </a:rPr>
              <a:t> sed </a:t>
            </a:r>
            <a:r>
              <a:rPr sz="1400" dirty="0" err="1">
                <a:solidFill>
                  <a:schemeClr val="dk1"/>
                </a:solidFill>
                <a:latin typeface="Red Hat Text"/>
                <a:ea typeface="Red Hat Text"/>
                <a:cs typeface="Red Hat Text"/>
              </a:rPr>
              <a:t>sollicitudin</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feugiat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erat</a:t>
            </a:r>
            <a:r>
              <a:rPr sz="1400" dirty="0">
                <a:solidFill>
                  <a:schemeClr val="dk1"/>
                </a:solidFill>
                <a:latin typeface="Red Hat Text"/>
                <a:ea typeface="Red Hat Text"/>
                <a:cs typeface="Red Hat Text"/>
              </a:rPr>
              <a:t> lorem gravida mi, vitae </a:t>
            </a:r>
            <a:r>
              <a:rPr sz="1400" dirty="0" err="1">
                <a:solidFill>
                  <a:schemeClr val="dk1"/>
                </a:solidFill>
                <a:latin typeface="Red Hat Text"/>
                <a:ea typeface="Red Hat Text"/>
                <a:cs typeface="Red Hat Text"/>
              </a:rPr>
              <a:t>malesuada</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nibh</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justo</a:t>
            </a:r>
            <a:r>
              <a:rPr sz="1400" dirty="0">
                <a:solidFill>
                  <a:schemeClr val="dk1"/>
                </a:solidFill>
                <a:latin typeface="Red Hat Text"/>
                <a:ea typeface="Red Hat Text"/>
                <a:cs typeface="Red Hat Text"/>
              </a:rPr>
              <a:t> quis </a:t>
            </a:r>
            <a:r>
              <a:rPr sz="1400" dirty="0" err="1">
                <a:solidFill>
                  <a:schemeClr val="dk1"/>
                </a:solidFill>
                <a:latin typeface="Red Hat Text"/>
                <a:ea typeface="Red Hat Text"/>
                <a:cs typeface="Red Hat Text"/>
              </a:rPr>
              <a:t>neque</a:t>
            </a:r>
            <a:r>
              <a:rPr sz="1400" dirty="0">
                <a:solidFill>
                  <a:schemeClr val="dk1"/>
                </a:solidFill>
                <a:latin typeface="Red Hat Text"/>
                <a:ea typeface="Red Hat Text"/>
                <a:cs typeface="Red Hat Text"/>
              </a:rPr>
              <a:t>.</a:t>
            </a:r>
          </a:p>
          <a:p>
            <a:pPr marL="0" lvl="0" indent="0" algn="l">
              <a:spcBef>
                <a:spcPts val="0"/>
              </a:spcBef>
              <a:spcAft>
                <a:spcPts val="0"/>
              </a:spcAft>
              <a:buNone/>
            </a:pPr>
            <a:endParaRPr sz="1400" dirty="0">
              <a:solidFill>
                <a:schemeClr val="dk1"/>
              </a:solidFill>
              <a:latin typeface="Red Hat Text"/>
              <a:ea typeface="Red Hat Text"/>
              <a:cs typeface="Red Hat Text"/>
            </a:endParaRPr>
          </a:p>
          <a:p>
            <a:pPr marL="0" lvl="0" indent="0" algn="l">
              <a:spcBef>
                <a:spcPts val="0"/>
              </a:spcBef>
              <a:spcAft>
                <a:spcPts val="0"/>
              </a:spcAft>
              <a:buNone/>
            </a:pPr>
            <a:r>
              <a:rPr sz="1400" dirty="0" err="1">
                <a:solidFill>
                  <a:schemeClr val="dk1"/>
                </a:solidFill>
                <a:latin typeface="Red Hat Text"/>
                <a:ea typeface="Red Hat Text"/>
                <a:cs typeface="Red Hat Text"/>
              </a:rPr>
              <a:t>Suspendisse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potenti</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Aliquam</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erat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volutpat</a:t>
            </a:r>
            <a:r>
              <a:rPr sz="1400" dirty="0">
                <a:solidFill>
                  <a:schemeClr val="dk1"/>
                </a:solidFill>
                <a:latin typeface="Red Hat Text"/>
                <a:ea typeface="Red Hat Text"/>
                <a:cs typeface="Red Hat Text"/>
              </a:rPr>
              <a:t>. Mauris facilitation notes lorem ipsum dolor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consectetur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adipiscing</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elit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Pellentesque</a:t>
            </a:r>
            <a:r>
              <a:rPr sz="1400" dirty="0">
                <a:solidFill>
                  <a:schemeClr val="dk1"/>
                </a:solidFill>
                <a:latin typeface="Red Hat Text"/>
                <a:ea typeface="Red Hat Text"/>
                <a:cs typeface="Red Hat Text"/>
              </a:rPr>
              <a:t> habitant </a:t>
            </a:r>
            <a:r>
              <a:rPr sz="1400" dirty="0" err="1">
                <a:solidFill>
                  <a:schemeClr val="dk1"/>
                </a:solidFill>
                <a:latin typeface="Red Hat Text"/>
                <a:ea typeface="Red Hat Text"/>
                <a:cs typeface="Red Hat Text"/>
              </a:rPr>
              <a:t>morbi</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tristique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senectus</a:t>
            </a:r>
            <a:r>
              <a:rPr sz="1400" dirty="0">
                <a:solidFill>
                  <a:schemeClr val="dk1"/>
                </a:solidFill>
                <a:latin typeface="Red Hat Text"/>
                <a:ea typeface="Red Hat Text"/>
                <a:cs typeface="Red Hat Text"/>
              </a:rPr>
              <a:t> et </a:t>
            </a:r>
            <a:r>
              <a:rPr sz="1400" dirty="0" err="1">
                <a:solidFill>
                  <a:schemeClr val="dk1"/>
                </a:solidFill>
                <a:latin typeface="Red Hat Text"/>
                <a:ea typeface="Red Hat Text"/>
                <a:cs typeface="Red Hat Text"/>
              </a:rPr>
              <a:t>netus</a:t>
            </a:r>
            <a:r>
              <a:rPr sz="1400" dirty="0">
                <a:solidFill>
                  <a:schemeClr val="dk1"/>
                </a:solidFill>
                <a:latin typeface="Red Hat Text"/>
                <a:ea typeface="Red Hat Text"/>
                <a:cs typeface="Red Hat Text"/>
              </a:rPr>
              <a:t> et </a:t>
            </a:r>
            <a:r>
              <a:rPr sz="1400" dirty="0" err="1">
                <a:solidFill>
                  <a:schemeClr val="dk1"/>
                </a:solidFill>
                <a:latin typeface="Red Hat Text"/>
                <a:ea typeface="Red Hat Text"/>
                <a:cs typeface="Red Hat Text"/>
              </a:rPr>
              <a:t>malesuada</a:t>
            </a:r>
            <a:r>
              <a:rPr sz="1400" dirty="0">
                <a:solidFill>
                  <a:schemeClr val="dk1"/>
                </a:solidFill>
                <a:latin typeface="Red Hat Text"/>
                <a:ea typeface="Red Hat Text"/>
                <a:cs typeface="Red Hat Text"/>
              </a:rPr>
              <a:t> fames ac </a:t>
            </a:r>
            <a:r>
              <a:rPr sz="1400" dirty="0" err="1">
                <a:solidFill>
                  <a:schemeClr val="dk1"/>
                </a:solidFill>
                <a:latin typeface="Red Hat Text"/>
                <a:ea typeface="Red Hat Text"/>
                <a:cs typeface="Red Hat Text"/>
              </a:rPr>
              <a:t>turpis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egestas</a:t>
            </a:r>
            <a:r>
              <a:rPr sz="1400" dirty="0">
                <a:solidFill>
                  <a:schemeClr val="dk1"/>
                </a:solidFill>
                <a:latin typeface="Red Hat Text"/>
                <a:ea typeface="Red Hat Text"/>
                <a:cs typeface="Red Hat Text"/>
              </a:rPr>
              <a:t>. Nam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ante </a:t>
            </a:r>
            <a:r>
              <a:rPr sz="1400" dirty="0" err="1">
                <a:solidFill>
                  <a:schemeClr val="dk1"/>
                </a:solidFill>
                <a:latin typeface="Red Hat Text"/>
                <a:ea typeface="Red Hat Text"/>
                <a:cs typeface="Red Hat Text"/>
              </a:rPr>
              <a:t>ut</a:t>
            </a:r>
            <a:r>
              <a:rPr sz="1400" dirty="0">
                <a:solidFill>
                  <a:schemeClr val="dk1"/>
                </a:solidFill>
                <a:latin typeface="Red Hat Text"/>
                <a:ea typeface="Red Hat Text"/>
                <a:cs typeface="Red Hat Text"/>
              </a:rPr>
              <a:t> ipsum </a:t>
            </a:r>
            <a:r>
              <a:rPr sz="1400" dirty="0" err="1">
                <a:solidFill>
                  <a:schemeClr val="dk1"/>
                </a:solidFill>
                <a:latin typeface="Red Hat Text"/>
                <a:ea typeface="Red Hat Text"/>
                <a:cs typeface="Red Hat Text"/>
              </a:rPr>
              <a:t>aliquet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luctus</a:t>
            </a:r>
            <a:r>
              <a:rPr sz="1400" dirty="0">
                <a:solidFill>
                  <a:schemeClr val="dk1"/>
                </a:solidFill>
                <a:latin typeface="Red Hat Text"/>
                <a:ea typeface="Red Hat Text"/>
                <a:cs typeface="Red Hat Text"/>
              </a:rPr>
              <a:t>. Sed participant engagement </a:t>
            </a:r>
            <a:r>
              <a:rPr sz="1400" dirty="0" err="1">
                <a:solidFill>
                  <a:schemeClr val="dk1"/>
                </a:solidFill>
                <a:latin typeface="Red Hat Text"/>
                <a:ea typeface="Red Hat Text"/>
                <a:cs typeface="Red Hat Text"/>
              </a:rPr>
              <a:t>lectus</a:t>
            </a:r>
            <a:r>
              <a:rPr sz="1400" dirty="0">
                <a:solidFill>
                  <a:schemeClr val="dk1"/>
                </a:solidFill>
                <a:latin typeface="Red Hat Text"/>
                <a:ea typeface="Red Hat Text"/>
                <a:cs typeface="Red Hat Text"/>
              </a:rPr>
              <a:t> non </a:t>
            </a:r>
            <a:r>
              <a:rPr sz="1400" dirty="0" err="1">
                <a:solidFill>
                  <a:schemeClr val="dk1"/>
                </a:solidFill>
                <a:latin typeface="Red Hat Text"/>
                <a:ea typeface="Red Hat Text"/>
                <a:cs typeface="Red Hat Text"/>
              </a:rPr>
              <a:t>erat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faucibus</a:t>
            </a:r>
            <a:r>
              <a:rPr sz="1400" dirty="0">
                <a:solidFill>
                  <a:schemeClr val="dk1"/>
                </a:solidFill>
                <a:latin typeface="Red Hat Text"/>
                <a:ea typeface="Red Hat Text"/>
                <a:cs typeface="Red Hat Text"/>
              </a:rPr>
              <a:t>, at </a:t>
            </a:r>
            <a:r>
              <a:rPr sz="1400" dirty="0" err="1">
                <a:solidFill>
                  <a:schemeClr val="dk1"/>
                </a:solidFill>
                <a:latin typeface="Red Hat Text"/>
                <a:ea typeface="Red Hat Text"/>
                <a:cs typeface="Red Hat Text"/>
              </a:rPr>
              <a:t>vulputate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erat</a:t>
            </a:r>
            <a:r>
              <a:rPr sz="1400" dirty="0">
                <a:solidFill>
                  <a:schemeClr val="dk1"/>
                </a:solidFill>
                <a:latin typeface="Red Hat Text"/>
                <a:ea typeface="Red Hat Text"/>
                <a:cs typeface="Red Hat Text"/>
              </a:rPr>
              <a:t> fermentum. Nulla </a:t>
            </a:r>
            <a:r>
              <a:rPr sz="1400" dirty="0" err="1">
                <a:solidFill>
                  <a:schemeClr val="dk1"/>
                </a:solidFill>
                <a:latin typeface="Red Hat Text"/>
                <a:ea typeface="Red Hat Text"/>
                <a:cs typeface="Red Hat Text"/>
              </a:rPr>
              <a:t>facilisi</a:t>
            </a:r>
            <a:r>
              <a:rPr sz="1400" dirty="0">
                <a:solidFill>
                  <a:schemeClr val="dk1"/>
                </a:solidFill>
                <a:latin typeface="Red Hat Text"/>
                <a:ea typeface="Red Hat Text"/>
                <a:cs typeface="Red Hat Text"/>
              </a:rPr>
              <a:t>. Proin vel </a:t>
            </a:r>
            <a:r>
              <a:rPr sz="1400" dirty="0" err="1">
                <a:solidFill>
                  <a:schemeClr val="dk1"/>
                </a:solidFill>
                <a:latin typeface="Red Hat Text"/>
                <a:ea typeface="Red Hat Text"/>
                <a:cs typeface="Red Hat Text"/>
              </a:rPr>
              <a:t>sapien</a:t>
            </a:r>
            <a:r>
              <a:rPr sz="1400" dirty="0">
                <a:solidFill>
                  <a:schemeClr val="dk1"/>
                </a:solidFill>
                <a:latin typeface="Red Hat Text"/>
                <a:ea typeface="Red Hat Text"/>
                <a:cs typeface="Red Hat Text"/>
              </a:rPr>
              <a:t> ac </a:t>
            </a:r>
            <a:r>
              <a:rPr sz="1400" dirty="0" err="1">
                <a:solidFill>
                  <a:schemeClr val="dk1"/>
                </a:solidFill>
                <a:latin typeface="Red Hat Text"/>
                <a:ea typeface="Red Hat Text"/>
                <a:cs typeface="Red Hat Text"/>
              </a:rPr>
              <a:t>lacus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efficitur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pellentesque</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Vivamus</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aliquam</a:t>
            </a:r>
            <a:r>
              <a:rPr sz="1400" dirty="0">
                <a:solidFill>
                  <a:schemeClr val="dk1"/>
                </a:solidFill>
                <a:latin typeface="Red Hat Text"/>
                <a:ea typeface="Red Hat Text"/>
                <a:cs typeface="Red Hat Text"/>
              </a:rPr>
              <a:t> libero a </a:t>
            </a:r>
            <a:r>
              <a:rPr sz="1400" dirty="0" err="1">
                <a:solidFill>
                  <a:schemeClr val="dk1"/>
                </a:solidFill>
                <a:latin typeface="Red Hat Text"/>
                <a:ea typeface="Red Hat Text"/>
                <a:cs typeface="Red Hat Text"/>
              </a:rPr>
              <a:t>metus</a:t>
            </a:r>
            <a:r>
              <a:rPr sz="1400" dirty="0">
                <a:solidFill>
                  <a:schemeClr val="dk1"/>
                </a:solidFill>
                <a:latin typeface="Red Hat Text"/>
                <a:ea typeface="Red Hat Text"/>
                <a:cs typeface="Red Hat Text"/>
              </a:rPr>
              <a:t> dictum, sit </a:t>
            </a:r>
            <a:r>
              <a:rPr sz="1400" dirty="0" err="1">
                <a:solidFill>
                  <a:schemeClr val="dk1"/>
                </a:solidFill>
                <a:latin typeface="Red Hat Text"/>
                <a:ea typeface="Red Hat Text"/>
                <a:cs typeface="Red Hat Text"/>
              </a:rPr>
              <a:t>amet</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tempor</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justo</a:t>
            </a:r>
            <a:r>
              <a:rPr sz="1400" dirty="0">
                <a:solidFill>
                  <a:schemeClr val="dk1"/>
                </a:solidFill>
                <a:latin typeface="Red Hat Text"/>
                <a:ea typeface="Red Hat Text"/>
                <a:cs typeface="Red Hat Text"/>
              </a:rPr>
              <a:t> </a:t>
            </a:r>
            <a:r>
              <a:rPr sz="1400" dirty="0" err="1">
                <a:solidFill>
                  <a:schemeClr val="dk1"/>
                </a:solidFill>
                <a:latin typeface="Red Hat Text"/>
                <a:ea typeface="Red Hat Text"/>
                <a:cs typeface="Red Hat Text"/>
              </a:rPr>
              <a:t>consequat</a:t>
            </a:r>
            <a:r>
              <a:rPr sz="1400" dirty="0">
                <a:solidFill>
                  <a:schemeClr val="dk1"/>
                </a:solidFill>
                <a:latin typeface="Red Hat Text"/>
                <a:ea typeface="Red Hat Text"/>
                <a:cs typeface="Red Hat Text"/>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ef34c1d170_0_3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ef34c1d170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1"/>
                </a:solidFill>
                <a:latin typeface="Red Hat Text"/>
                <a:ea typeface="Red Hat Text"/>
                <a:cs typeface="Red Hat Text"/>
                <a:sym typeface="Red Hat Text"/>
              </a:rPr>
              <a:t>Layout: Poll results</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rgbClr val="2D3436"/>
              </a:buClr>
              <a:buSzPts val="1200"/>
              <a:buFont typeface="Red Hat Text"/>
              <a:buChar char="●"/>
            </a:pPr>
            <a:r>
              <a:rPr lang="en-US" sz="1200">
                <a:solidFill>
                  <a:srgbClr val="2D3436"/>
                </a:solidFill>
                <a:latin typeface="Red Hat Text"/>
                <a:ea typeface="Red Hat Text"/>
                <a:cs typeface="Red Hat Text"/>
                <a:sym typeface="Red Hat Text"/>
              </a:rPr>
              <a:t>Bar chart showing results from a poll run in a previous session</a:t>
            </a:r>
            <a:endParaRPr sz="1200">
              <a:solidFill>
                <a:srgbClr val="2D3436"/>
              </a:solidFill>
              <a:latin typeface="Red Hat Text"/>
              <a:ea typeface="Red Hat Text"/>
              <a:cs typeface="Red Hat Text"/>
              <a:sym typeface="Red Hat Text"/>
            </a:endParaRPr>
          </a:p>
          <a:p>
            <a:pPr marL="457200" lvl="0" indent="-304800" algn="l" rtl="0">
              <a:spcBef>
                <a:spcPts val="0"/>
              </a:spcBef>
              <a:spcAft>
                <a:spcPts val="0"/>
              </a:spcAft>
              <a:buClr>
                <a:srgbClr val="2D3436"/>
              </a:buClr>
              <a:buSzPts val="1200"/>
              <a:buFont typeface="Red Hat Text"/>
              <a:buChar char="●"/>
            </a:pPr>
            <a:r>
              <a:rPr lang="en-US" sz="1200">
                <a:solidFill>
                  <a:srgbClr val="2D3436"/>
                </a:solidFill>
                <a:latin typeface="Red Hat Text"/>
                <a:ea typeface="Red Hat Text"/>
                <a:cs typeface="Red Hat Text"/>
                <a:sym typeface="Red Hat Text"/>
              </a:rPr>
              <a:t>One question per slide is best practice</a:t>
            </a:r>
            <a:endParaRPr sz="1200">
              <a:solidFill>
                <a:srgbClr val="2D3436"/>
              </a:solidFill>
              <a:latin typeface="Red Hat Text"/>
              <a:ea typeface="Red Hat Text"/>
              <a:cs typeface="Red Hat Text"/>
              <a:sym typeface="Red Hat Text"/>
            </a:endParaRPr>
          </a:p>
          <a:p>
            <a:pPr marL="457200" lvl="0" indent="-304800" algn="l" rtl="0">
              <a:spcBef>
                <a:spcPts val="0"/>
              </a:spcBef>
              <a:spcAft>
                <a:spcPts val="0"/>
              </a:spcAft>
              <a:buClr>
                <a:srgbClr val="2D3436"/>
              </a:buClr>
              <a:buSzPts val="1200"/>
              <a:buFont typeface="Red Hat Text"/>
              <a:buChar char="●"/>
            </a:pPr>
            <a:r>
              <a:rPr lang="en-US" sz="1200">
                <a:solidFill>
                  <a:srgbClr val="2D3436"/>
                </a:solidFill>
                <a:latin typeface="Red Hat Text"/>
                <a:ea typeface="Red Hat Text"/>
                <a:cs typeface="Red Hat Text"/>
                <a:sym typeface="Red Hat Text"/>
              </a:rPr>
              <a:t>Only use this slide when poll results are being shown in a later session — it’s not needed if results are shown immediately after the poll</a:t>
            </a:r>
            <a:endParaRPr sz="1200">
              <a:solidFill>
                <a:srgbClr val="2D3436"/>
              </a:solidFill>
              <a:latin typeface="Red Hat Text"/>
              <a:ea typeface="Red Hat Text"/>
              <a:cs typeface="Red Hat Text"/>
              <a:sym typeface="Red Hat Text"/>
            </a:endParaRPr>
          </a:p>
          <a:p>
            <a:pPr marL="457200" lvl="0" indent="-304800" algn="l" rtl="0">
              <a:spcBef>
                <a:spcPts val="0"/>
              </a:spcBef>
              <a:spcAft>
                <a:spcPts val="0"/>
              </a:spcAft>
              <a:buSzPts val="1200"/>
              <a:buFont typeface="Red Hat Text"/>
              <a:buChar char="●"/>
            </a:pPr>
            <a:r>
              <a:rPr lang="en-US" sz="1200" u="sng">
                <a:solidFill>
                  <a:schemeClr val="hlink"/>
                </a:solidFill>
                <a:latin typeface="Red Hat Text"/>
                <a:ea typeface="Red Hat Text"/>
                <a:cs typeface="Red Hat Text"/>
                <a:sym typeface="Red Hat Text"/>
                <a:hlinkClick r:id="rId3"/>
              </a:rPr>
              <a:t>How to edit a Google bar chart</a:t>
            </a:r>
            <a:endParaRPr>
              <a:latin typeface="Red Hat Text"/>
              <a:ea typeface="Red Hat Text"/>
              <a:cs typeface="Red Hat Text"/>
              <a:sym typeface="Red Hat Text"/>
            </a:endParaRPr>
          </a:p>
          <a:p>
            <a:pPr marL="0" lvl="0" indent="0" algn="l" rtl="0">
              <a:spcBef>
                <a:spcPts val="0"/>
              </a:spcBef>
              <a:spcAft>
                <a:spcPts val="0"/>
              </a:spcAft>
              <a:buNone/>
            </a:pPr>
            <a:endParaRPr>
              <a:latin typeface="Red Hat Text"/>
              <a:ea typeface="Red Hat Text"/>
              <a:cs typeface="Red Hat Text"/>
              <a:sym typeface="Red Hat Text"/>
            </a:endParaRPr>
          </a:p>
          <a:p>
            <a:pPr marL="0" lvl="0" indent="0" algn="l" rtl="0">
              <a:spcBef>
                <a:spcPts val="0"/>
              </a:spcBef>
              <a:spcAft>
                <a:spcPts val="0"/>
              </a:spcAft>
              <a:buNone/>
            </a:pPr>
            <a:endParaRPr>
              <a:latin typeface="Red Hat Text"/>
              <a:ea typeface="Red Hat Text"/>
              <a:cs typeface="Red Hat Text"/>
              <a:sym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457200" lvl="0" indent="-304800" algn="l">
              <a:spcBef>
                <a:spcPts val="0"/>
              </a:spcBef>
              <a:spcAft>
                <a:spcPts val="0"/>
              </a:spcAft>
              <a:buClr>
                <a:srgbClr val="2D3436"/>
              </a:buClr>
              <a:buSzPts val="1200"/>
              <a:buFont typeface="Red Hat Text"/>
              <a:buChar char="●"/>
            </a:pPr>
            <a:endParaRPr sz="1200">
              <a:solidFill>
                <a:srgbClr val="2D3436"/>
              </a:solidFill>
              <a:latin typeface="Red Hat Text"/>
              <a:ea typeface="Red Hat Text"/>
              <a:cs typeface="Red Hat Text"/>
            </a:endParaRPr>
          </a:p>
          <a:p>
            <a:pPr marL="457200" lvl="0" indent="-304800" algn="l">
              <a:spcBef>
                <a:spcPts val="0"/>
              </a:spcBef>
              <a:spcAft>
                <a:spcPts val="0"/>
              </a:spcAft>
              <a:buClr>
                <a:srgbClr val="2D3436"/>
              </a:buClr>
              <a:buSzPts val="1200"/>
              <a:buFont typeface="Red Hat Text"/>
              <a:buChar char="●"/>
            </a:pPr>
            <a:r>
              <a:rPr sz="1200">
                <a:solidFill>
                  <a:srgbClr val="2D3436"/>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spcBef>
                <a:spcPts val="0"/>
              </a:spcBef>
              <a:spcAft>
                <a:spcPts val="0"/>
              </a:spcAft>
              <a:buClr>
                <a:srgbClr val="2D3436"/>
              </a:buClr>
              <a:buSzPts val="1200"/>
              <a:buFont typeface="Red Hat Text"/>
              <a:buChar char="●"/>
            </a:pPr>
            <a:endParaRPr sz="1200">
              <a:solidFill>
                <a:srgbClr val="2D3436"/>
              </a:solidFill>
              <a:latin typeface="Red Hat Text"/>
              <a:ea typeface="Red Hat Text"/>
              <a:cs typeface="Red Hat Text"/>
            </a:endParaRPr>
          </a:p>
          <a:p>
            <a:pPr marL="457200" lvl="0" indent="-304800" algn="l">
              <a:spcBef>
                <a:spcPts val="0"/>
              </a:spcBef>
              <a:spcAft>
                <a:spcPts val="0"/>
              </a:spcAft>
              <a:buSzPts val="1200"/>
              <a:buFont typeface="Red Hat Text"/>
              <a:buChar char="●"/>
            </a:pPr>
            <a:r>
              <a:rPr sz="1200" u="sng">
                <a:solidFill>
                  <a:schemeClr val="hlink"/>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a:latin typeface="Red Hat Text"/>
              <a:ea typeface="Red Hat Text"/>
              <a:cs typeface="Red Hat Text"/>
            </a:endParaRPr>
          </a:p>
          <a:p>
            <a:pPr marL="0" lvl="0" indent="0" algn="l">
              <a:spcBef>
                <a:spcPts val="0"/>
              </a:spcBef>
              <a:spcAft>
                <a:spcPts val="0"/>
              </a:spcAft>
              <a:buNone/>
            </a:pPr>
            <a:endParaRPr>
              <a:latin typeface="Red Hat Text"/>
              <a:ea typeface="Red Hat Text"/>
              <a:cs typeface="Red Hat Text"/>
            </a:endParaRPr>
          </a:p>
          <a:p>
            <a:pPr marL="0" lvl="0" indent="0" algn="l">
              <a:spcBef>
                <a:spcPts val="0"/>
              </a:spcBef>
              <a:spcAft>
                <a:spcPts val="0"/>
              </a:spcAft>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a:latin typeface="Red Hat Text"/>
              <a:ea typeface="Red Hat Text"/>
              <a:cs typeface="Red Hat Tex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efc82f15e7_1_10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3efc82f15e7_1_1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Transition</a:t>
            </a:r>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a:p>
          <a:p>
            <a:pPr marL="0" lvl="0" indent="0" algn="l">
              <a:spcBef>
                <a:spcPts val="0"/>
              </a:spcBef>
              <a:spcAft>
                <a:spcPts val="0"/>
              </a:spcAft>
              <a:buClr>
                <a:schemeClr val="dk1"/>
              </a:buClr>
              <a:buSzPts val="1100"/>
              <a:buFont typeface="Arial"/>
              <a:buNone/>
            </a:pPr>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a:p>
          <a:p>
            <a:pPr marL="0" lvl="0" indent="0" algn="l">
              <a:spcBef>
                <a:spcPts val="0"/>
              </a:spcBef>
              <a:spcAft>
                <a:spcPts val="0"/>
              </a:spcAft>
              <a:buClr>
                <a:schemeClr val="dk1"/>
              </a:buClr>
              <a:buSzPts val="1100"/>
              <a:buFont typeface="Arial"/>
              <a:buNone/>
            </a:pPr>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a:p>
          <a:p>
            <a:pPr marL="0" lvl="0" indent="0" algn="l">
              <a:spcBef>
                <a:spcPts val="0"/>
              </a:spcBef>
              <a:spcAft>
                <a:spcPts val="0"/>
              </a:spcAft>
              <a:buClr>
                <a:schemeClr val="dk1"/>
              </a:buClr>
              <a:buSzPts val="1100"/>
              <a:buFont typeface="Arial"/>
              <a:buNone/>
            </a:pPr>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efe573f8f2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efe573f8f2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1"/>
                </a:solidFill>
                <a:latin typeface="Red Hat Text"/>
                <a:ea typeface="Red Hat Text"/>
                <a:cs typeface="Red Hat Text"/>
                <a:sym typeface="Red Hat Text"/>
              </a:rPr>
              <a:t>Layout: Image only</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Images support learning when they show what something looks like, how parts relate to each other, or how a system works</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Avoid decorative images—they compete for mental resources</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Drag to resize the frame as needed</a:t>
            </a:r>
            <a:endParaRPr sz="1200">
              <a:solidFill>
                <a:schemeClr val="dk1"/>
              </a:solidFill>
              <a:latin typeface="Red Hat Text"/>
              <a:ea typeface="Red Hat Text"/>
              <a:cs typeface="Red Hat Text"/>
              <a:sym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6836fcf5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6836fcf5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200" dirty="0">
              <a:solidFill>
                <a:srgbClr val="2D3436"/>
              </a:solidFill>
              <a:latin typeface="Red Hat Text"/>
              <a:ea typeface="Red Hat Text"/>
              <a:cs typeface="Red Hat Text"/>
              <a:sym typeface="Red Hat Text"/>
            </a:endParaRPr>
          </a:p>
          <a:p>
            <a:pPr marL="0" lvl="0" indent="0" algn="l">
              <a:spcBef>
                <a:spcPts val="0"/>
              </a:spcBef>
              <a:spcAft>
                <a:spcPts val="0"/>
              </a:spcAft>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sz="1200">
              <a:solidFill>
                <a:srgbClr val="2D3436"/>
              </a:solidFill>
              <a:latin typeface="Red Hat Text"/>
              <a:ea typeface="Red Hat Text"/>
              <a:cs typeface="Red Hat Tex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ef34c1d170_0_1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3ef34c1d170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Text and large image</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One idea per slide is best practice</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Images support learning when they show what something looks like, how parts relate to each other, or how a system works </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Avoid decorative images—they compete for mental resources</a:t>
            </a:r>
            <a:endParaRPr sz="1200">
              <a:solidFill>
                <a:schemeClr val="dk1"/>
              </a:solidFill>
              <a:latin typeface="Red Hat Text"/>
              <a:ea typeface="Red Hat Text"/>
              <a:cs typeface="Red Hat Text"/>
              <a:sym typeface="Red Hat Text"/>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ef34c1d170_0_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3ef34c1d170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1"/>
                </a:solidFill>
                <a:latin typeface="Red Hat Text"/>
                <a:ea typeface="Red Hat Text"/>
                <a:cs typeface="Red Hat Text"/>
                <a:sym typeface="Red Hat Text"/>
              </a:rPr>
              <a:t>Layout: Text and round image</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One idea per slide is best practice</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Images support learning when they show what something looks like, how parts relate to each other, or how a system works. </a:t>
            </a:r>
            <a:endParaRPr sz="12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Avoid decorative images—they compete for mental resources.</a:t>
            </a:r>
            <a:endParaRPr sz="1200">
              <a:solidFill>
                <a:schemeClr val="dk1"/>
              </a:solidFill>
              <a:latin typeface="Red Hat Text"/>
              <a:ea typeface="Red Hat Text"/>
              <a:cs typeface="Red Hat Text"/>
              <a:sym typeface="Red Hat Text"/>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a:p>
            <a:pPr marL="0" lvl="0" indent="0" algn="l">
              <a:spcBef>
                <a:spcPts val="0"/>
              </a:spcBef>
              <a:spcAft>
                <a:spcPts val="0"/>
              </a:spcAft>
              <a:buNone/>
            </a:pPr>
            <a:r>
              <a:rPr sz="14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a:p>
            <a:pPr marL="457200" lvl="0" indent="-304800" algn="l">
              <a:spcBef>
                <a:spcPts val="0"/>
              </a:spcBef>
              <a:spcAft>
                <a:spcPts val="0"/>
              </a:spcAft>
              <a:buClr>
                <a:schemeClr val="dk1"/>
              </a:buClr>
              <a:buSzPts val="1200"/>
              <a:buFont typeface="Red Hat Text"/>
              <a:buChar char="●"/>
            </a:pPr>
            <a:endParaRPr sz="1200">
              <a:solidFill>
                <a:schemeClr val="dk1"/>
              </a:solidFill>
              <a:latin typeface="Red Hat Text"/>
              <a:ea typeface="Red Hat Text"/>
              <a:cs typeface="Red Hat Text"/>
            </a:endParaRPr>
          </a:p>
          <a:p>
            <a:pPr marL="0" lvl="0" indent="0" algn="l">
              <a:spcBef>
                <a:spcPts val="0"/>
              </a:spcBef>
              <a:spcAft>
                <a:spcPts val="0"/>
              </a:spcAft>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0" lvl="0" indent="0" algn="l">
              <a:spcBef>
                <a:spcPts val="0"/>
              </a:spcBef>
              <a:spcAft>
                <a:spcPts val="0"/>
              </a:spcAft>
              <a:buClr>
                <a:schemeClr val="dk1"/>
              </a:buClr>
              <a:buSzPts val="1100"/>
              <a:buFont typeface="Arial"/>
              <a:buNone/>
            </a:pPr>
            <a:endParaRPr/>
          </a:p>
          <a:p>
            <a:pPr marL="0" lvl="0" indent="0" algn="l">
              <a:spcBef>
                <a:spcPts val="0"/>
              </a:spcBef>
              <a:spcAft>
                <a:spcPts val="0"/>
              </a:spcAft>
              <a:buClr>
                <a:schemeClr val="dk1"/>
              </a:buClr>
              <a:buSzPts val="1100"/>
              <a:buFont typeface="Arial"/>
              <a:buNone/>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6836fcf54_0_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f6836fcf54_0_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a:solidFill>
                  <a:schemeClr val="dk1"/>
                </a:solidFill>
                <a:latin typeface="Red Hat Text"/>
                <a:ea typeface="Red Hat Text"/>
                <a:cs typeface="Red Hat Text"/>
                <a:sym typeface="Red Hat Text"/>
              </a:rPr>
              <a:t>Annie</a:t>
            </a:r>
            <a:endParaRPr sz="1200">
              <a:solidFill>
                <a:srgbClr val="2D3436"/>
              </a:solidFill>
              <a:latin typeface="Red Hat Text"/>
              <a:ea typeface="Red Hat Text"/>
              <a:cs typeface="Red Hat Text"/>
              <a:sym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rPr sz="14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sz="1200">
              <a:solidFill>
                <a:srgbClr val="2D3436"/>
              </a:solidFill>
              <a:latin typeface="Red Hat Text"/>
              <a:ea typeface="Red Hat Text"/>
              <a:cs typeface="Red Hat Tex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ef34c1d170_0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Text and small image</a:t>
            </a:r>
            <a:endParaRPr sz="1400">
              <a:solidFill>
                <a:schemeClr val="dk1"/>
              </a:solidFill>
              <a:latin typeface="Red Hat Text"/>
              <a:ea typeface="Red Hat Text"/>
              <a:cs typeface="Red Hat Text"/>
              <a:sym typeface="Red Hat Text"/>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0" lvl="0" indent="0" algn="l">
              <a:spcBef>
                <a:spcPts val="0"/>
              </a:spcBef>
              <a:spcAft>
                <a:spcPts val="0"/>
              </a:spcAft>
              <a:buClr>
                <a:schemeClr val="dk1"/>
              </a:buClr>
              <a:buSzPts val="1100"/>
              <a:buFont typeface="Arial"/>
              <a:buNone/>
            </a:pPr>
            <a:endParaRPr>
              <a:solidFill>
                <a:schemeClr val="dk1"/>
              </a:solidFill>
            </a:endParaRPr>
          </a:p>
          <a:p>
            <a:pPr marL="0" lvl="0" indent="0" algn="l">
              <a:spcBef>
                <a:spcPts val="0"/>
              </a:spcBef>
              <a:spcAft>
                <a:spcPts val="0"/>
              </a:spcAft>
              <a:buClr>
                <a:schemeClr val="dk1"/>
              </a:buClr>
              <a:buSzPts val="1100"/>
              <a:buFont typeface="Arial"/>
              <a:buNone/>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chemeClr val="dk1"/>
              </a:solidFill>
            </a:endParaRPr>
          </a:p>
          <a:p>
            <a:pPr marL="0" lvl="0" indent="0" algn="l">
              <a:spcBef>
                <a:spcPts val="0"/>
              </a:spcBef>
              <a:spcAft>
                <a:spcPts val="0"/>
              </a:spcAft>
              <a:buClr>
                <a:schemeClr val="dk1"/>
              </a:buClr>
              <a:buSzPts val="1100"/>
              <a:buFont typeface="Arial"/>
              <a:buNone/>
            </a:pPr>
            <a:endParaRPr>
              <a:solidFill>
                <a:schemeClr val="dk1"/>
              </a:solidFill>
            </a:endParaRPr>
          </a:p>
          <a:p>
            <a:pPr marL="0" lvl="0" indent="0" algn="l">
              <a:spcBef>
                <a:spcPts val="0"/>
              </a:spcBef>
              <a:spcAft>
                <a:spcPts val="0"/>
              </a:spcAft>
              <a:buClr>
                <a:schemeClr val="dk1"/>
              </a:buClr>
              <a:buSzPts val="1100"/>
              <a:buFont typeface="Arial"/>
              <a:buNone/>
            </a:pPr>
            <a: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a:solidFill>
                <a:schemeClr val="dk1"/>
              </a:solidFill>
            </a:endParaRPr>
          </a:p>
          <a:p>
            <a:pPr marL="0" lvl="0" indent="0" algn="l">
              <a:spcBef>
                <a:spcPts val="0"/>
              </a:spcBef>
              <a:spcAft>
                <a:spcPts val="0"/>
              </a:spcAft>
              <a:buClr>
                <a:schemeClr val="dk1"/>
              </a:buClr>
              <a:buSzPts val="1100"/>
              <a:buFont typeface="Arial"/>
              <a:buNone/>
            </a:pPr>
            <a:endParaRPr>
              <a:solidFill>
                <a:schemeClr val="dk1"/>
              </a:solidFill>
            </a:endParaRPr>
          </a:p>
          <a:p>
            <a:pPr marL="0" lvl="0" indent="0" algn="l">
              <a:spcBef>
                <a:spcPts val="0"/>
              </a:spcBef>
              <a:spcAft>
                <a:spcPts val="0"/>
              </a:spcAft>
              <a:buClr>
                <a:schemeClr val="dk1"/>
              </a:buClr>
              <a:buSzPts val="1100"/>
              <a:buFont typeface="Arial"/>
              <a:buNone/>
            </a:pPr>
            <a: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a:solidFill>
                <a:schemeClr val="dk1"/>
              </a:solidFill>
            </a:endParaRPr>
          </a:p>
        </p:txBody>
      </p:sp>
      <p:sp>
        <p:nvSpPr>
          <p:cNvPr id="643" name="Google Shape;643;g3ef34c1d170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Text only</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chemeClr val="dk1"/>
              </a:buClr>
              <a:buSzPts val="1200"/>
              <a:buFont typeface="Red Hat Text"/>
              <a:buChar char="●"/>
            </a:pPr>
            <a:r>
              <a:rPr lang="en-US" sz="1200">
                <a:solidFill>
                  <a:schemeClr val="dk1"/>
                </a:solidFill>
                <a:latin typeface="Red Hat Text"/>
                <a:ea typeface="Red Hat Text"/>
                <a:cs typeface="Red Hat Text"/>
                <a:sym typeface="Red Hat Text"/>
              </a:rPr>
              <a:t>Use sparingly!</a:t>
            </a:r>
            <a:endParaRPr sz="1400">
              <a:latin typeface="Red Hat Display"/>
              <a:ea typeface="Red Hat Display"/>
              <a:cs typeface="Red Hat Display"/>
              <a:sym typeface="Red Hat Display"/>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457200" lvl="0" indent="-304800" algn="l">
              <a:spcBef>
                <a:spcPts val="0"/>
              </a:spcBef>
              <a:spcAft>
                <a:spcPts val="0"/>
              </a:spcAft>
              <a:buClr>
                <a:schemeClr val="dk1"/>
              </a:buClr>
              <a:buSzPts val="1200"/>
              <a:buFont typeface="Red Hat Text"/>
              <a:buChar char="●"/>
            </a:pPr>
            <a:endParaRPr sz="1400">
              <a:latin typeface="Red Hat Display"/>
              <a:ea typeface="Red Hat Display"/>
              <a:cs typeface="Red Hat Display"/>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endParaRPr sz="1400">
              <a:latin typeface="Red Hat Display"/>
              <a:ea typeface="Red Hat Display"/>
              <a:cs typeface="Red Hat Display"/>
            </a:endParaRPr>
          </a:p>
          <a:p>
            <a:pPr marL="457200" lvl="0" indent="-304800" algn="l">
              <a:spcBef>
                <a:spcPts val="0"/>
              </a:spcBef>
              <a:spcAft>
                <a:spcPts val="0"/>
              </a:spcAft>
              <a:buClr>
                <a:schemeClr val="dk1"/>
              </a:buClr>
              <a:buSzPts val="1200"/>
              <a:buFont typeface="Red Hat Text"/>
              <a:buChar char="●"/>
            </a:pPr>
            <a:endParaRPr sz="1400">
              <a:latin typeface="Red Hat Display"/>
              <a:ea typeface="Red Hat Display"/>
              <a:cs typeface="Red Hat Display"/>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sz="1400">
              <a:latin typeface="Red Hat Display"/>
              <a:ea typeface="Red Hat Display"/>
              <a:cs typeface="Red Hat Display"/>
            </a:endParaRPr>
          </a:p>
          <a:p>
            <a:pPr marL="457200" lvl="0" indent="-304800" algn="l">
              <a:spcBef>
                <a:spcPts val="0"/>
              </a:spcBef>
              <a:spcAft>
                <a:spcPts val="0"/>
              </a:spcAft>
              <a:buClr>
                <a:schemeClr val="dk1"/>
              </a:buClr>
              <a:buSzPts val="1200"/>
              <a:buFont typeface="Red Hat Text"/>
              <a:buChar char="●"/>
            </a:pPr>
            <a:endParaRPr sz="1400">
              <a:latin typeface="Red Hat Display"/>
              <a:ea typeface="Red Hat Display"/>
              <a:cs typeface="Red Hat Display"/>
            </a:endParaRPr>
          </a:p>
          <a:p>
            <a:pPr marL="457200" lvl="0" indent="-304800" algn="l">
              <a:spcBef>
                <a:spcPts val="0"/>
              </a:spcBef>
              <a:spcAft>
                <a:spcPts val="0"/>
              </a:spcAft>
              <a:buClr>
                <a:schemeClr val="dk1"/>
              </a:buClr>
              <a:buSzPts val="1200"/>
              <a:buFont typeface="Red Hat Text"/>
              <a:buChar char="●"/>
            </a:pPr>
            <a:r>
              <a:rPr sz="1200">
                <a:solidFill>
                  <a:schemeClr val="dk1"/>
                </a:solidFill>
                <a:latin typeface="Red Hat Text"/>
                <a:ea typeface="Red Hat Text"/>
                <a:cs typeface="Red Hat Text"/>
              </a:rP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sz="1400">
              <a:latin typeface="Red Hat Display"/>
              <a:ea typeface="Red Hat Display"/>
              <a:cs typeface="Red Hat Display"/>
            </a:endParaRPr>
          </a:p>
        </p:txBody>
      </p:sp>
      <p:sp>
        <p:nvSpPr>
          <p:cNvPr id="650" name="Google Shape;65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ef34c1d170_0_3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3ef34c1d170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a:solidFill>
                  <a:schemeClr val="dk1"/>
                </a:solidFill>
                <a:latin typeface="Red Hat Text"/>
                <a:ea typeface="Red Hat Text"/>
                <a:cs typeface="Red Hat Text"/>
                <a:sym typeface="Red Hat Text"/>
              </a:rPr>
              <a:t>Layout: Reflection, Type 1</a:t>
            </a:r>
            <a:endParaRPr sz="1400">
              <a:solidFill>
                <a:schemeClr val="dk1"/>
              </a:solidFill>
              <a:latin typeface="Red Hat Text"/>
              <a:ea typeface="Red Hat Text"/>
              <a:cs typeface="Red Hat Text"/>
              <a:sym typeface="Red Hat Text"/>
            </a:endParaRPr>
          </a:p>
          <a:p>
            <a:pPr marL="457200" lvl="0" indent="-304800" algn="l" rtl="0">
              <a:spcBef>
                <a:spcPts val="0"/>
              </a:spcBef>
              <a:spcAft>
                <a:spcPts val="0"/>
              </a:spcAft>
              <a:buClr>
                <a:srgbClr val="2D3436"/>
              </a:buClr>
              <a:buSzPts val="1200"/>
              <a:buFont typeface="Red Hat Text"/>
              <a:buChar char="●"/>
            </a:pPr>
            <a:r>
              <a:rPr lang="en-US" sz="1200" b="1">
                <a:solidFill>
                  <a:srgbClr val="2D3436"/>
                </a:solidFill>
                <a:latin typeface="Red Hat Text"/>
                <a:ea typeface="Red Hat Text"/>
                <a:cs typeface="Red Hat Text"/>
                <a:sym typeface="Red Hat Text"/>
              </a:rPr>
              <a:t>Use it when participants:</a:t>
            </a:r>
            <a:r>
              <a:rPr lang="en-US" sz="1200">
                <a:solidFill>
                  <a:srgbClr val="2D3436"/>
                </a:solidFill>
                <a:latin typeface="Red Hat Text"/>
                <a:ea typeface="Red Hat Text"/>
                <a:cs typeface="Red Hat Text"/>
                <a:sym typeface="Red Hat Text"/>
              </a:rPr>
              <a:t> Think about their own experience or takeaway</a:t>
            </a:r>
            <a:endParaRPr sz="1200">
              <a:solidFill>
                <a:srgbClr val="2D3436"/>
              </a:solidFill>
              <a:latin typeface="Red Hat Text"/>
              <a:ea typeface="Red Hat Text"/>
              <a:cs typeface="Red Hat Text"/>
              <a:sym typeface="Red Hat Text"/>
            </a:endParaRPr>
          </a:p>
          <a:p>
            <a:pPr marL="457200" lvl="0" indent="-304800" algn="l" rtl="0">
              <a:spcBef>
                <a:spcPts val="0"/>
              </a:spcBef>
              <a:spcAft>
                <a:spcPts val="0"/>
              </a:spcAft>
              <a:buClr>
                <a:srgbClr val="2D3436"/>
              </a:buClr>
              <a:buSzPts val="1200"/>
              <a:buFont typeface="Red Hat Text"/>
              <a:buChar char="●"/>
            </a:pPr>
            <a:r>
              <a:rPr lang="en-US" sz="1200" b="1">
                <a:solidFill>
                  <a:srgbClr val="2D3436"/>
                </a:solidFill>
                <a:latin typeface="Red Hat Text"/>
                <a:ea typeface="Red Hat Text"/>
                <a:cs typeface="Red Hat Text"/>
                <a:sym typeface="Red Hat Text"/>
              </a:rPr>
              <a:t>How to tell it apart from other interactive moments: </a:t>
            </a:r>
            <a:r>
              <a:rPr lang="en-US" sz="1200">
                <a:solidFill>
                  <a:srgbClr val="2D3436"/>
                </a:solidFill>
                <a:latin typeface="Red Hat Text"/>
                <a:ea typeface="Red Hat Text"/>
                <a:cs typeface="Red Hat Text"/>
                <a:sym typeface="Red Hat Text"/>
              </a:rPr>
              <a:t>The prompt is personal and introspective — about the participant's own experience, growth, or learning. Sharing may follow, but the prompt itself points inward.</a:t>
            </a:r>
            <a:endParaRPr sz="1200">
              <a:solidFill>
                <a:srgbClr val="2D3436"/>
              </a:solidFill>
              <a:latin typeface="Red Hat Text"/>
              <a:ea typeface="Red Hat Text"/>
              <a:cs typeface="Red Hat Text"/>
              <a:sym typeface="Red Hat Text"/>
            </a:endParaRPr>
          </a:p>
          <a:p>
            <a:pPr marL="0" lvl="0" indent="0" algn="l" rtl="0">
              <a:spcBef>
                <a:spcPts val="0"/>
              </a:spcBef>
              <a:spcAft>
                <a:spcPts val="0"/>
              </a:spcAft>
              <a:buNone/>
            </a:pPr>
            <a:endParaRPr sz="1200">
              <a:solidFill>
                <a:srgbClr val="2D3436"/>
              </a:solidFill>
              <a:latin typeface="Red Hat Text"/>
              <a:ea typeface="Red Hat Text"/>
              <a:cs typeface="Red Hat Text"/>
              <a:sym typeface="Red Hat Text"/>
            </a:endParaRPr>
          </a:p>
          <a:p>
            <a:pPr marL="0" lvl="0" indent="0" algn="l">
              <a:spcBef>
                <a:spcPts val="0"/>
              </a:spcBef>
              <a:spcAft>
                <a:spcPts val="0"/>
              </a:spcAft>
              <a:buClr>
                <a:schemeClr val="dk1"/>
              </a:buClr>
              <a:buSzPts val="1100"/>
              <a:buFont typeface="Arial"/>
              <a:buNone/>
            </a:pPr>
            <a:r>
              <a:rPr sz="1400">
                <a:solidFill>
                  <a:schemeClr val="dk1"/>
                </a:solidFill>
                <a:latin typeface="Red Hat Text"/>
                <a:ea typeface="Red Hat Text"/>
                <a:cs typeface="Red Hat Text"/>
              </a:rP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457200" lvl="0" indent="-304800" algn="l">
              <a:spcBef>
                <a:spcPts val="0"/>
              </a:spcBef>
              <a:spcAft>
                <a:spcPts val="0"/>
              </a:spcAft>
              <a:buClr>
                <a:srgbClr val="2D3436"/>
              </a:buClr>
              <a:buSzPts val="1200"/>
              <a:buFont typeface="Red Hat Text"/>
              <a:buChar char="●"/>
            </a:pPr>
            <a:endParaRPr sz="1200">
              <a:solidFill>
                <a:srgbClr val="2D3436"/>
              </a:solidFill>
              <a:latin typeface="Red Hat Text"/>
              <a:ea typeface="Red Hat Text"/>
              <a:cs typeface="Red Hat Text"/>
            </a:endParaRPr>
          </a:p>
          <a:p>
            <a:pPr marL="457200" lvl="0" indent="-304800" algn="l">
              <a:spcBef>
                <a:spcPts val="0"/>
              </a:spcBef>
              <a:spcAft>
                <a:spcPts val="0"/>
              </a:spcAft>
              <a:buClr>
                <a:srgbClr val="2D3436"/>
              </a:buClr>
              <a:buSzPts val="1200"/>
              <a:buFont typeface="Red Hat Text"/>
              <a:buChar char="●"/>
            </a:pPr>
            <a:r>
              <a:rPr sz="1200" b="1">
                <a:solidFill>
                  <a:srgbClr val="2D3436"/>
                </a:solidFill>
                <a:latin typeface="Red Hat Text"/>
                <a:ea typeface="Red Hat Text"/>
                <a:cs typeface="Red Hat Text"/>
              </a:rP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endParaRPr sz="1200">
              <a:solidFill>
                <a:srgbClr val="2D3436"/>
              </a:solidFill>
              <a:latin typeface="Red Hat Text"/>
              <a:ea typeface="Red Hat Text"/>
              <a:cs typeface="Red Hat Text"/>
            </a:endParaRPr>
          </a:p>
          <a:p>
            <a:pPr marL="0" lvl="0" indent="0" algn="l">
              <a:spcBef>
                <a:spcPts val="0"/>
              </a:spcBef>
              <a:spcAft>
                <a:spcPts val="0"/>
              </a:spcAft>
              <a:buNone/>
            </a:pPr>
            <a:endParaRPr sz="1200">
              <a:solidFill>
                <a:srgbClr val="2D3436"/>
              </a:solidFill>
              <a:latin typeface="Red Hat Text"/>
              <a:ea typeface="Red Hat Text"/>
              <a:cs typeface="Red Hat Text"/>
            </a:endParaRPr>
          </a:p>
          <a:p>
            <a:pPr marL="0" lvl="0" indent="0" algn="l">
              <a:spcBef>
                <a:spcPts val="0"/>
              </a:spcBef>
              <a:spcAft>
                <a:spcPts val="0"/>
              </a:spcAft>
              <a:buNone/>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200">
              <a:solidFill>
                <a:srgbClr val="2D3436"/>
              </a:solidFill>
              <a:latin typeface="Red Hat Text"/>
              <a:ea typeface="Red Hat Text"/>
              <a:cs typeface="Red Hat Tex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ef34c1d17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3ef34c1d17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endParaRPr dirty="0"/>
          </a:p>
          <a:p>
            <a:pPr marL="0" lvl="0" indent="0" algn="l">
              <a:lnSpc>
                <a:spcPct val="115000"/>
              </a:lnSpc>
              <a:spcBef>
                <a:spcPts val="1200"/>
              </a:spcBef>
              <a:spcAft>
                <a:spcPts val="0"/>
              </a:spcAft>
              <a:buClr>
                <a:schemeClr val="dk1"/>
              </a:buClr>
              <a:buSzPts val="1100"/>
              <a:buFont typeface="Arial"/>
              <a:buNone/>
            </a:pPr>
            <a:r>
              <a:rPr dirty="0" err="1">
                <a:solidFill>
                  <a:schemeClr val="dk1"/>
                </a:solidFill>
                <a:highlight>
                  <a:srgbClr val="FCE5CD"/>
                </a:highlight>
              </a:rPr>
              <a:t>Suspendisse</a:t>
            </a:r>
            <a:r>
              <a:rPr dirty="0">
                <a:solidFill>
                  <a:schemeClr val="dk1"/>
                </a:solidFill>
                <a:highlight>
                  <a:srgbClr val="FCE5CD"/>
                </a:highlight>
              </a:rPr>
              <a:t> </a:t>
            </a:r>
            <a:r>
              <a:rPr dirty="0" err="1">
                <a:solidFill>
                  <a:schemeClr val="dk1"/>
                </a:solidFill>
                <a:highlight>
                  <a:srgbClr val="FCE5CD"/>
                </a:highlight>
              </a:rPr>
              <a:t>potenti</a:t>
            </a:r>
            <a:r>
              <a:rPr dirty="0">
                <a:solidFill>
                  <a:schemeClr val="dk1"/>
                </a:solidFill>
                <a:highlight>
                  <a:srgbClr val="FCE5CD"/>
                </a:highlight>
              </a:rPr>
              <a:t>. </a:t>
            </a:r>
            <a:r>
              <a:rPr dirty="0" err="1">
                <a:solidFill>
                  <a:schemeClr val="dk1"/>
                </a:solidFill>
                <a:highlight>
                  <a:srgbClr val="FCE5CD"/>
                </a:highlight>
              </a:rPr>
              <a:t>Aliquam</a:t>
            </a:r>
            <a:r>
              <a:rPr dirty="0">
                <a:solidFill>
                  <a:schemeClr val="dk1"/>
                </a:solidFill>
                <a:highlight>
                  <a:srgbClr val="FCE5CD"/>
                </a:highlight>
              </a:rPr>
              <a:t> </a:t>
            </a:r>
            <a:r>
              <a:rPr dirty="0" err="1">
                <a:solidFill>
                  <a:schemeClr val="dk1"/>
                </a:solidFill>
                <a:highlight>
                  <a:srgbClr val="FCE5CD"/>
                </a:highlight>
              </a:rPr>
              <a:t>erat</a:t>
            </a:r>
            <a:r>
              <a:rPr dirty="0">
                <a:solidFill>
                  <a:schemeClr val="dk1"/>
                </a:solidFill>
                <a:highlight>
                  <a:srgbClr val="FCE5CD"/>
                </a:highlight>
              </a:rPr>
              <a:t> </a:t>
            </a:r>
            <a:r>
              <a:rPr dirty="0" err="1">
                <a:solidFill>
                  <a:schemeClr val="dk1"/>
                </a:solidFill>
                <a:highlight>
                  <a:srgbClr val="FCE5CD"/>
                </a:highlight>
              </a:rPr>
              <a:t>volutpat</a:t>
            </a:r>
            <a:r>
              <a:rPr dirty="0">
                <a:solidFill>
                  <a:schemeClr val="dk1"/>
                </a:solidFill>
                <a:highlight>
                  <a:srgbClr val="FCE5CD"/>
                </a:highlight>
              </a:rPr>
              <a:t>. Mauris facilitation notes lorem ipsum dolor sit </a:t>
            </a:r>
            <a:r>
              <a:rPr dirty="0" err="1">
                <a:solidFill>
                  <a:schemeClr val="dk1"/>
                </a:solidFill>
                <a:highlight>
                  <a:srgbClr val="FCE5CD"/>
                </a:highlight>
              </a:rPr>
              <a:t>amet</a:t>
            </a:r>
            <a:r>
              <a:rPr dirty="0">
                <a:solidFill>
                  <a:schemeClr val="dk1"/>
                </a:solidFill>
                <a:highlight>
                  <a:srgbClr val="FCE5CD"/>
                </a:highlight>
              </a:rPr>
              <a:t>, </a:t>
            </a:r>
            <a:r>
              <a:rPr dirty="0" err="1">
                <a:solidFill>
                  <a:schemeClr val="dk1"/>
                </a:solidFill>
                <a:highlight>
                  <a:srgbClr val="FCE5CD"/>
                </a:highlight>
              </a:rPr>
              <a:t>consectetur</a:t>
            </a:r>
            <a:r>
              <a:rPr dirty="0">
                <a:solidFill>
                  <a:schemeClr val="dk1"/>
                </a:solidFill>
                <a:highlight>
                  <a:srgbClr val="FCE5CD"/>
                </a:highlight>
              </a:rPr>
              <a:t> </a:t>
            </a:r>
            <a:r>
              <a:rPr dirty="0" err="1">
                <a:solidFill>
                  <a:schemeClr val="dk1"/>
                </a:solidFill>
                <a:highlight>
                  <a:srgbClr val="FCE5CD"/>
                </a:highlight>
              </a:rPr>
              <a:t>adipiscing</a:t>
            </a:r>
            <a:r>
              <a:rPr dirty="0">
                <a:solidFill>
                  <a:schemeClr val="dk1"/>
                </a:solidFill>
                <a:highlight>
                  <a:srgbClr val="FCE5CD"/>
                </a:highlight>
              </a:rPr>
              <a:t> </a:t>
            </a:r>
            <a:r>
              <a:rPr dirty="0" err="1">
                <a:solidFill>
                  <a:schemeClr val="dk1"/>
                </a:solidFill>
                <a:highlight>
                  <a:srgbClr val="FCE5CD"/>
                </a:highlight>
              </a:rPr>
              <a:t>elit</a:t>
            </a:r>
            <a:r>
              <a:rPr dirty="0">
                <a:solidFill>
                  <a:schemeClr val="dk1"/>
                </a:solidFill>
                <a:highlight>
                  <a:srgbClr val="FCE5CD"/>
                </a:highlight>
              </a:rPr>
              <a:t>. </a:t>
            </a:r>
            <a:r>
              <a:rPr dirty="0" err="1">
                <a:solidFill>
                  <a:schemeClr val="dk1"/>
                </a:solidFill>
                <a:highlight>
                  <a:srgbClr val="FCE5CD"/>
                </a:highlight>
              </a:rPr>
              <a:t>Pellentesque</a:t>
            </a:r>
            <a:r>
              <a:rPr dirty="0">
                <a:solidFill>
                  <a:schemeClr val="dk1"/>
                </a:solidFill>
                <a:highlight>
                  <a:srgbClr val="FCE5CD"/>
                </a:highlight>
              </a:rPr>
              <a:t> habitant </a:t>
            </a:r>
            <a:r>
              <a:rPr dirty="0" err="1">
                <a:solidFill>
                  <a:schemeClr val="dk1"/>
                </a:solidFill>
                <a:highlight>
                  <a:srgbClr val="FCE5CD"/>
                </a:highlight>
              </a:rPr>
              <a:t>morbi</a:t>
            </a:r>
            <a:r>
              <a:rPr dirty="0">
                <a:solidFill>
                  <a:schemeClr val="dk1"/>
                </a:solidFill>
                <a:highlight>
                  <a:srgbClr val="FCE5CD"/>
                </a:highlight>
              </a:rPr>
              <a:t> </a:t>
            </a:r>
            <a:r>
              <a:rPr dirty="0" err="1">
                <a:solidFill>
                  <a:schemeClr val="dk1"/>
                </a:solidFill>
                <a:highlight>
                  <a:srgbClr val="FCE5CD"/>
                </a:highlight>
              </a:rPr>
              <a:t>tristique</a:t>
            </a:r>
            <a:r>
              <a:rPr dirty="0">
                <a:solidFill>
                  <a:schemeClr val="dk1"/>
                </a:solidFill>
                <a:highlight>
                  <a:srgbClr val="FCE5CD"/>
                </a:highlight>
              </a:rPr>
              <a:t> </a:t>
            </a:r>
            <a:r>
              <a:rPr dirty="0" err="1">
                <a:solidFill>
                  <a:schemeClr val="dk1"/>
                </a:solidFill>
                <a:highlight>
                  <a:srgbClr val="FCE5CD"/>
                </a:highlight>
              </a:rPr>
              <a:t>senectus</a:t>
            </a:r>
            <a:r>
              <a:rPr dirty="0">
                <a:solidFill>
                  <a:schemeClr val="dk1"/>
                </a:solidFill>
                <a:highlight>
                  <a:srgbClr val="FCE5CD"/>
                </a:highlight>
              </a:rPr>
              <a:t> et </a:t>
            </a:r>
            <a:r>
              <a:rPr dirty="0" err="1">
                <a:solidFill>
                  <a:schemeClr val="dk1"/>
                </a:solidFill>
                <a:highlight>
                  <a:srgbClr val="FCE5CD"/>
                </a:highlight>
              </a:rPr>
              <a:t>netus</a:t>
            </a:r>
            <a:r>
              <a:rPr dirty="0">
                <a:solidFill>
                  <a:schemeClr val="dk1"/>
                </a:solidFill>
                <a:highlight>
                  <a:srgbClr val="FCE5CD"/>
                </a:highlight>
              </a:rPr>
              <a:t> et </a:t>
            </a:r>
            <a:r>
              <a:rPr dirty="0" err="1">
                <a:solidFill>
                  <a:schemeClr val="dk1"/>
                </a:solidFill>
                <a:highlight>
                  <a:srgbClr val="FCE5CD"/>
                </a:highlight>
              </a:rPr>
              <a:t>malesuada</a:t>
            </a:r>
            <a:r>
              <a:rPr dirty="0">
                <a:solidFill>
                  <a:schemeClr val="dk1"/>
                </a:solidFill>
                <a:highlight>
                  <a:srgbClr val="FCE5CD"/>
                </a:highlight>
              </a:rPr>
              <a:t> fames ac </a:t>
            </a:r>
            <a:r>
              <a:rPr dirty="0" err="1">
                <a:solidFill>
                  <a:schemeClr val="dk1"/>
                </a:solidFill>
                <a:highlight>
                  <a:srgbClr val="FCE5CD"/>
                </a:highlight>
              </a:rPr>
              <a:t>turpis</a:t>
            </a:r>
            <a:r>
              <a:rPr dirty="0">
                <a:solidFill>
                  <a:schemeClr val="dk1"/>
                </a:solidFill>
                <a:highlight>
                  <a:srgbClr val="FCE5CD"/>
                </a:highlight>
              </a:rPr>
              <a:t> </a:t>
            </a:r>
            <a:r>
              <a:rPr dirty="0" err="1">
                <a:solidFill>
                  <a:schemeClr val="dk1"/>
                </a:solidFill>
                <a:highlight>
                  <a:srgbClr val="FCE5CD"/>
                </a:highlight>
              </a:rPr>
              <a:t>egestas</a:t>
            </a:r>
            <a:r>
              <a:rPr dirty="0">
                <a:solidFill>
                  <a:schemeClr val="dk1"/>
                </a:solidFill>
                <a:highlight>
                  <a:srgbClr val="FCE5CD"/>
                </a:highlight>
              </a:rPr>
              <a:t>. Nam sit </a:t>
            </a:r>
            <a:r>
              <a:rPr dirty="0" err="1">
                <a:solidFill>
                  <a:schemeClr val="dk1"/>
                </a:solidFill>
                <a:highlight>
                  <a:srgbClr val="FCE5CD"/>
                </a:highlight>
              </a:rPr>
              <a:t>amet</a:t>
            </a:r>
            <a:r>
              <a:rPr dirty="0">
                <a:solidFill>
                  <a:schemeClr val="dk1"/>
                </a:solidFill>
                <a:highlight>
                  <a:srgbClr val="FCE5CD"/>
                </a:highlight>
              </a:rPr>
              <a:t> ante </a:t>
            </a:r>
            <a:r>
              <a:rPr dirty="0" err="1">
                <a:solidFill>
                  <a:schemeClr val="dk1"/>
                </a:solidFill>
                <a:highlight>
                  <a:srgbClr val="FCE5CD"/>
                </a:highlight>
              </a:rPr>
              <a:t>ut</a:t>
            </a:r>
            <a:r>
              <a:rPr dirty="0">
                <a:solidFill>
                  <a:schemeClr val="dk1"/>
                </a:solidFill>
                <a:highlight>
                  <a:srgbClr val="FCE5CD"/>
                </a:highlight>
              </a:rPr>
              <a:t> ipsum </a:t>
            </a:r>
            <a:r>
              <a:rPr dirty="0" err="1">
                <a:solidFill>
                  <a:schemeClr val="dk1"/>
                </a:solidFill>
                <a:highlight>
                  <a:srgbClr val="FCE5CD"/>
                </a:highlight>
              </a:rPr>
              <a:t>aliquet</a:t>
            </a:r>
            <a:r>
              <a:rPr dirty="0">
                <a:solidFill>
                  <a:schemeClr val="dk1"/>
                </a:solidFill>
                <a:highlight>
                  <a:srgbClr val="FCE5CD"/>
                </a:highlight>
              </a:rPr>
              <a:t> </a:t>
            </a:r>
            <a:r>
              <a:rPr dirty="0" err="1">
                <a:solidFill>
                  <a:schemeClr val="dk1"/>
                </a:solidFill>
                <a:highlight>
                  <a:srgbClr val="FCE5CD"/>
                </a:highlight>
              </a:rPr>
              <a:t>luctus</a:t>
            </a:r>
            <a:r>
              <a:rPr dirty="0">
                <a:solidFill>
                  <a:schemeClr val="dk1"/>
                </a:solidFill>
                <a:highlight>
                  <a:srgbClr val="FCE5CD"/>
                </a:highlight>
              </a:rPr>
              <a:t>. Sed participant engagement </a:t>
            </a:r>
            <a:r>
              <a:rPr dirty="0" err="1">
                <a:solidFill>
                  <a:schemeClr val="dk1"/>
                </a:solidFill>
                <a:highlight>
                  <a:srgbClr val="FCE5CD"/>
                </a:highlight>
              </a:rPr>
              <a:t>lectus</a:t>
            </a:r>
            <a:r>
              <a:rPr dirty="0">
                <a:solidFill>
                  <a:schemeClr val="dk1"/>
                </a:solidFill>
                <a:highlight>
                  <a:srgbClr val="FCE5CD"/>
                </a:highlight>
              </a:rPr>
              <a:t> non </a:t>
            </a:r>
            <a:r>
              <a:rPr dirty="0" err="1">
                <a:solidFill>
                  <a:schemeClr val="dk1"/>
                </a:solidFill>
                <a:highlight>
                  <a:srgbClr val="FCE5CD"/>
                </a:highlight>
              </a:rPr>
              <a:t>erat</a:t>
            </a:r>
            <a:r>
              <a:rPr dirty="0">
                <a:solidFill>
                  <a:schemeClr val="dk1"/>
                </a:solidFill>
                <a:highlight>
                  <a:srgbClr val="FCE5CD"/>
                </a:highlight>
              </a:rPr>
              <a:t> </a:t>
            </a:r>
            <a:r>
              <a:rPr dirty="0" err="1">
                <a:solidFill>
                  <a:schemeClr val="dk1"/>
                </a:solidFill>
                <a:highlight>
                  <a:srgbClr val="FCE5CD"/>
                </a:highlight>
              </a:rPr>
              <a:t>faucibus</a:t>
            </a:r>
            <a:r>
              <a:rPr dirty="0">
                <a:solidFill>
                  <a:schemeClr val="dk1"/>
                </a:solidFill>
                <a:highlight>
                  <a:srgbClr val="FCE5CD"/>
                </a:highlight>
              </a:rPr>
              <a:t>, at </a:t>
            </a:r>
            <a:r>
              <a:rPr dirty="0" err="1">
                <a:solidFill>
                  <a:schemeClr val="dk1"/>
                </a:solidFill>
                <a:highlight>
                  <a:srgbClr val="FCE5CD"/>
                </a:highlight>
              </a:rPr>
              <a:t>vulputate</a:t>
            </a:r>
            <a:r>
              <a:rPr dirty="0">
                <a:solidFill>
                  <a:schemeClr val="dk1"/>
                </a:solidFill>
                <a:highlight>
                  <a:srgbClr val="FCE5CD"/>
                </a:highlight>
              </a:rPr>
              <a:t> </a:t>
            </a:r>
            <a:r>
              <a:rPr dirty="0" err="1">
                <a:solidFill>
                  <a:schemeClr val="dk1"/>
                </a:solidFill>
                <a:highlight>
                  <a:srgbClr val="FCE5CD"/>
                </a:highlight>
              </a:rPr>
              <a:t>erat</a:t>
            </a:r>
            <a:r>
              <a:rPr dirty="0">
                <a:solidFill>
                  <a:schemeClr val="dk1"/>
                </a:solidFill>
                <a:highlight>
                  <a:srgbClr val="FCE5CD"/>
                </a:highlight>
              </a:rPr>
              <a:t> fermentum. Nulla </a:t>
            </a:r>
            <a:r>
              <a:rPr dirty="0" err="1">
                <a:solidFill>
                  <a:schemeClr val="dk1"/>
                </a:solidFill>
                <a:highlight>
                  <a:srgbClr val="FCE5CD"/>
                </a:highlight>
              </a:rPr>
              <a:t>facilisi</a:t>
            </a:r>
            <a:r>
              <a:rPr dirty="0">
                <a:solidFill>
                  <a:schemeClr val="dk1"/>
                </a:solidFill>
                <a:highlight>
                  <a:srgbClr val="FCE5CD"/>
                </a:highlight>
              </a:rPr>
              <a:t>. Proin vel </a:t>
            </a:r>
            <a:r>
              <a:rPr dirty="0" err="1">
                <a:solidFill>
                  <a:schemeClr val="dk1"/>
                </a:solidFill>
                <a:highlight>
                  <a:srgbClr val="FCE5CD"/>
                </a:highlight>
              </a:rPr>
              <a:t>sapien</a:t>
            </a:r>
            <a:r>
              <a:rPr dirty="0">
                <a:solidFill>
                  <a:schemeClr val="dk1"/>
                </a:solidFill>
                <a:highlight>
                  <a:srgbClr val="FCE5CD"/>
                </a:highlight>
              </a:rPr>
              <a:t> ac </a:t>
            </a:r>
            <a:r>
              <a:rPr dirty="0" err="1">
                <a:solidFill>
                  <a:schemeClr val="dk1"/>
                </a:solidFill>
                <a:highlight>
                  <a:srgbClr val="FCE5CD"/>
                </a:highlight>
              </a:rPr>
              <a:t>lacus</a:t>
            </a:r>
            <a:r>
              <a:rPr dirty="0">
                <a:solidFill>
                  <a:schemeClr val="dk1"/>
                </a:solidFill>
                <a:highlight>
                  <a:srgbClr val="FCE5CD"/>
                </a:highlight>
              </a:rPr>
              <a:t> </a:t>
            </a:r>
            <a:r>
              <a:rPr dirty="0" err="1">
                <a:solidFill>
                  <a:schemeClr val="dk1"/>
                </a:solidFill>
                <a:highlight>
                  <a:srgbClr val="FCE5CD"/>
                </a:highlight>
              </a:rPr>
              <a:t>efficitur</a:t>
            </a:r>
            <a:r>
              <a:rPr dirty="0">
                <a:solidFill>
                  <a:schemeClr val="dk1"/>
                </a:solidFill>
                <a:highlight>
                  <a:srgbClr val="FCE5CD"/>
                </a:highlight>
              </a:rPr>
              <a:t> </a:t>
            </a:r>
            <a:r>
              <a:rPr dirty="0" err="1">
                <a:solidFill>
                  <a:schemeClr val="dk1"/>
                </a:solidFill>
                <a:highlight>
                  <a:srgbClr val="FCE5CD"/>
                </a:highlight>
              </a:rPr>
              <a:t>pellentesque</a:t>
            </a:r>
            <a:r>
              <a:rPr dirty="0">
                <a:solidFill>
                  <a:schemeClr val="dk1"/>
                </a:solidFill>
                <a:highlight>
                  <a:srgbClr val="FCE5CD"/>
                </a:highlight>
              </a:rPr>
              <a:t>. </a:t>
            </a:r>
            <a:r>
              <a:rPr dirty="0" err="1">
                <a:solidFill>
                  <a:schemeClr val="dk1"/>
                </a:solidFill>
                <a:highlight>
                  <a:srgbClr val="FCE5CD"/>
                </a:highlight>
              </a:rPr>
              <a:t>Vivamus</a:t>
            </a:r>
            <a:r>
              <a:rPr dirty="0">
                <a:solidFill>
                  <a:schemeClr val="dk1"/>
                </a:solidFill>
                <a:highlight>
                  <a:srgbClr val="FCE5CD"/>
                </a:highlight>
              </a:rPr>
              <a:t> </a:t>
            </a:r>
            <a:r>
              <a:rPr dirty="0" err="1">
                <a:solidFill>
                  <a:schemeClr val="dk1"/>
                </a:solidFill>
                <a:highlight>
                  <a:srgbClr val="FCE5CD"/>
                </a:highlight>
              </a:rPr>
              <a:t>aliquam</a:t>
            </a:r>
            <a:r>
              <a:rPr dirty="0">
                <a:solidFill>
                  <a:schemeClr val="dk1"/>
                </a:solidFill>
                <a:highlight>
                  <a:srgbClr val="FCE5CD"/>
                </a:highlight>
              </a:rPr>
              <a:t> libero a </a:t>
            </a:r>
            <a:r>
              <a:rPr dirty="0" err="1">
                <a:solidFill>
                  <a:schemeClr val="dk1"/>
                </a:solidFill>
                <a:highlight>
                  <a:srgbClr val="FCE5CD"/>
                </a:highlight>
              </a:rPr>
              <a:t>metus</a:t>
            </a:r>
            <a:r>
              <a:rPr dirty="0">
                <a:solidFill>
                  <a:schemeClr val="dk1"/>
                </a:solidFill>
                <a:highlight>
                  <a:srgbClr val="FCE5CD"/>
                </a:highlight>
              </a:rPr>
              <a:t> dictum, sit </a:t>
            </a:r>
            <a:r>
              <a:rPr dirty="0" err="1">
                <a:solidFill>
                  <a:schemeClr val="dk1"/>
                </a:solidFill>
                <a:highlight>
                  <a:srgbClr val="FCE5CD"/>
                </a:highlight>
              </a:rPr>
              <a:t>amet</a:t>
            </a:r>
            <a:r>
              <a:rPr dirty="0">
                <a:solidFill>
                  <a:schemeClr val="dk1"/>
                </a:solidFill>
                <a:highlight>
                  <a:srgbClr val="FCE5CD"/>
                </a:highlight>
              </a:rPr>
              <a:t> </a:t>
            </a:r>
            <a:r>
              <a:rPr dirty="0" err="1">
                <a:solidFill>
                  <a:schemeClr val="dk1"/>
                </a:solidFill>
                <a:highlight>
                  <a:srgbClr val="FCE5CD"/>
                </a:highlight>
              </a:rPr>
              <a:t>tempor</a:t>
            </a:r>
            <a:r>
              <a:rPr dirty="0">
                <a:solidFill>
                  <a:schemeClr val="dk1"/>
                </a:solidFill>
                <a:highlight>
                  <a:srgbClr val="FCE5CD"/>
                </a:highlight>
              </a:rPr>
              <a:t> </a:t>
            </a:r>
            <a:r>
              <a:rPr dirty="0" err="1">
                <a:solidFill>
                  <a:schemeClr val="dk1"/>
                </a:solidFill>
                <a:highlight>
                  <a:srgbClr val="FCE5CD"/>
                </a:highlight>
              </a:rPr>
              <a:t>justo</a:t>
            </a:r>
            <a:r>
              <a:rPr dirty="0">
                <a:solidFill>
                  <a:schemeClr val="dk1"/>
                </a:solidFill>
                <a:highlight>
                  <a:srgbClr val="FCE5CD"/>
                </a:highlight>
              </a:rPr>
              <a:t> </a:t>
            </a:r>
            <a:r>
              <a:rPr dirty="0" err="1">
                <a:solidFill>
                  <a:schemeClr val="dk1"/>
                </a:solidFill>
                <a:highlight>
                  <a:srgbClr val="FCE5CD"/>
                </a:highlight>
              </a:rPr>
              <a:t>consequat</a:t>
            </a:r>
            <a:r>
              <a:rPr dirty="0">
                <a:solidFill>
                  <a:schemeClr val="dk1"/>
                </a:solidFill>
                <a:highlight>
                  <a:srgbClr val="FCE5CD"/>
                </a:highlight>
              </a:rPr>
              <a:t>.</a:t>
            </a:r>
          </a:p>
          <a:p>
            <a:pPr marL="0" lvl="0" indent="0" algn="l">
              <a:spcBef>
                <a:spcPts val="1200"/>
              </a:spcBef>
              <a:spcAft>
                <a:spcPts val="0"/>
              </a:spcAft>
              <a:buNone/>
            </a:pPr>
            <a:endParaRPr dirty="0"/>
          </a:p>
          <a:p>
            <a:pPr marL="0" lvl="0" indent="0" algn="l">
              <a:spcBef>
                <a:spcPts val="1200"/>
              </a:spcBef>
              <a:spcAft>
                <a:spcPts val="0"/>
              </a:spcAft>
              <a:buNone/>
            </a:pPr>
            <a:r>
              <a:rPr dirty="0" err="1"/>
              <a:t>Fusce</a:t>
            </a:r>
            <a:r>
              <a:rPr dirty="0"/>
              <a:t> at lorem vitae </a:t>
            </a:r>
            <a:r>
              <a:rPr dirty="0" err="1"/>
              <a:t>lectus</a:t>
            </a:r>
            <a:r>
              <a:rPr dirty="0"/>
              <a:t> </a:t>
            </a:r>
            <a:r>
              <a:rPr dirty="0" err="1"/>
              <a:t>luctus</a:t>
            </a:r>
            <a:r>
              <a:rPr dirty="0"/>
              <a:t> </a:t>
            </a:r>
            <a:r>
              <a:rPr dirty="0" err="1"/>
              <a:t>placerat</a:t>
            </a:r>
            <a:r>
              <a:rPr dirty="0"/>
              <a:t>. </a:t>
            </a:r>
            <a:r>
              <a:rPr dirty="0" err="1"/>
              <a:t>Etiam</a:t>
            </a:r>
            <a:r>
              <a:rPr dirty="0"/>
              <a:t> group discussion ipsum dolor sit </a:t>
            </a:r>
            <a:r>
              <a:rPr dirty="0" err="1"/>
              <a:t>amet</a:t>
            </a:r>
            <a:r>
              <a:rPr dirty="0"/>
              <a:t>, </a:t>
            </a:r>
            <a:r>
              <a:rPr dirty="0" err="1"/>
              <a:t>consectetur</a:t>
            </a:r>
            <a:r>
              <a:rPr dirty="0"/>
              <a:t> </a:t>
            </a:r>
            <a:r>
              <a:rPr dirty="0" err="1"/>
              <a:t>adipiscing</a:t>
            </a:r>
            <a:r>
              <a:rPr dirty="0"/>
              <a:t> </a:t>
            </a:r>
            <a:r>
              <a:rPr dirty="0" err="1"/>
              <a:t>elit</a:t>
            </a:r>
            <a:r>
              <a:rPr dirty="0"/>
              <a:t>. </a:t>
            </a:r>
            <a:r>
              <a:rPr dirty="0" err="1"/>
              <a:t>Phasellus</a:t>
            </a:r>
            <a:r>
              <a:rPr dirty="0"/>
              <a:t> </a:t>
            </a:r>
            <a:r>
              <a:rPr dirty="0" err="1"/>
              <a:t>consequat</a:t>
            </a:r>
            <a:r>
              <a:rPr dirty="0"/>
              <a:t> </a:t>
            </a:r>
            <a:r>
              <a:rPr dirty="0" err="1"/>
              <a:t>arcu</a:t>
            </a:r>
            <a:r>
              <a:rPr dirty="0"/>
              <a:t> quis </a:t>
            </a:r>
            <a:r>
              <a:rPr dirty="0" err="1"/>
              <a:t>nibh</a:t>
            </a:r>
            <a:r>
              <a:rPr dirty="0"/>
              <a:t> </a:t>
            </a:r>
            <a:r>
              <a:rPr dirty="0" err="1"/>
              <a:t>interdum</a:t>
            </a:r>
            <a:r>
              <a:rPr dirty="0"/>
              <a:t>, </a:t>
            </a:r>
            <a:r>
              <a:rPr dirty="0" err="1"/>
              <a:t>ut</a:t>
            </a:r>
            <a:r>
              <a:rPr dirty="0"/>
              <a:t> </a:t>
            </a:r>
            <a:r>
              <a:rPr dirty="0" err="1"/>
              <a:t>vehicula</a:t>
            </a:r>
            <a:r>
              <a:rPr dirty="0"/>
              <a:t> </a:t>
            </a:r>
            <a:r>
              <a:rPr dirty="0" err="1"/>
              <a:t>nulla</a:t>
            </a:r>
            <a:r>
              <a:rPr dirty="0"/>
              <a:t> </a:t>
            </a:r>
            <a:r>
              <a:rPr dirty="0" err="1"/>
              <a:t>viverra</a:t>
            </a:r>
            <a:r>
              <a:rPr dirty="0"/>
              <a:t>. Nunc facilitation practice lorem sit </a:t>
            </a:r>
            <a:r>
              <a:rPr dirty="0" err="1"/>
              <a:t>amet</a:t>
            </a:r>
            <a:r>
              <a:rPr dirty="0"/>
              <a:t> </a:t>
            </a:r>
            <a:r>
              <a:rPr dirty="0" err="1"/>
              <a:t>augue</a:t>
            </a:r>
            <a:r>
              <a:rPr dirty="0"/>
              <a:t> </a:t>
            </a:r>
            <a:r>
              <a:rPr dirty="0" err="1"/>
              <a:t>pellentesque</a:t>
            </a:r>
            <a:r>
              <a:rPr dirty="0"/>
              <a:t>, in </a:t>
            </a:r>
            <a:r>
              <a:rPr dirty="0" err="1"/>
              <a:t>blandit</a:t>
            </a:r>
            <a:r>
              <a:rPr dirty="0"/>
              <a:t> </a:t>
            </a:r>
            <a:r>
              <a:rPr dirty="0" err="1"/>
              <a:t>mauris</a:t>
            </a:r>
            <a:r>
              <a:rPr dirty="0"/>
              <a:t> </a:t>
            </a:r>
            <a:r>
              <a:rPr dirty="0" err="1"/>
              <a:t>tincidunt</a:t>
            </a:r>
            <a:r>
              <a:rPr dirty="0"/>
              <a:t>. Morbi vitae </a:t>
            </a:r>
            <a:r>
              <a:rPr dirty="0" err="1"/>
              <a:t>massa</a:t>
            </a:r>
            <a:r>
              <a:rPr dirty="0"/>
              <a:t> </a:t>
            </a:r>
            <a:r>
              <a:rPr dirty="0" err="1"/>
              <a:t>eget</a:t>
            </a:r>
            <a:r>
              <a:rPr dirty="0"/>
              <a:t> </a:t>
            </a:r>
            <a:r>
              <a:rPr dirty="0" err="1"/>
              <a:t>sapien</a:t>
            </a:r>
            <a:r>
              <a:rPr dirty="0"/>
              <a:t> </a:t>
            </a:r>
            <a:r>
              <a:rPr dirty="0" err="1"/>
              <a:t>rutrum</a:t>
            </a:r>
            <a:r>
              <a:rPr dirty="0"/>
              <a:t> </a:t>
            </a:r>
            <a:r>
              <a:rPr dirty="0" err="1"/>
              <a:t>dapibus</a:t>
            </a:r>
            <a:r>
              <a:rPr dirty="0"/>
              <a:t>. Cras ac </a:t>
            </a:r>
            <a:r>
              <a:rPr dirty="0" err="1"/>
              <a:t>neque</a:t>
            </a:r>
            <a:r>
              <a:rPr dirty="0"/>
              <a:t> </a:t>
            </a:r>
            <a:r>
              <a:rPr dirty="0" err="1"/>
              <a:t>eget</a:t>
            </a:r>
            <a:r>
              <a:rPr dirty="0"/>
              <a:t> dolor </a:t>
            </a:r>
            <a:r>
              <a:rPr dirty="0" err="1"/>
              <a:t>interdum</a:t>
            </a:r>
            <a:r>
              <a:rPr dirty="0"/>
              <a:t> </a:t>
            </a:r>
            <a:r>
              <a:rPr dirty="0" err="1"/>
              <a:t>feugiat</a:t>
            </a:r>
            <a:r>
              <a:rPr dirty="0"/>
              <a:t>. </a:t>
            </a:r>
            <a:r>
              <a:rPr dirty="0" err="1"/>
              <a:t>Quisque</a:t>
            </a:r>
            <a:r>
              <a:rPr dirty="0"/>
              <a:t> reflection lorem ipsum dolor sit </a:t>
            </a:r>
            <a:r>
              <a:rPr dirty="0" err="1"/>
              <a:t>amet</a:t>
            </a:r>
            <a:r>
              <a:rPr dirty="0"/>
              <a:t>, </a:t>
            </a:r>
            <a:r>
              <a:rPr dirty="0" err="1"/>
              <a:t>consectetur</a:t>
            </a:r>
            <a:r>
              <a:rPr dirty="0"/>
              <a:t> </a:t>
            </a:r>
            <a:r>
              <a:rPr dirty="0" err="1"/>
              <a:t>adipiscing</a:t>
            </a:r>
            <a:r>
              <a:rPr dirty="0"/>
              <a:t> </a:t>
            </a:r>
            <a:r>
              <a:rPr dirty="0" err="1"/>
              <a:t>elit</a:t>
            </a:r>
            <a:r>
              <a:rPr dirty="0"/>
              <a:t>. In hac </a:t>
            </a:r>
            <a:r>
              <a:rPr dirty="0" err="1"/>
              <a:t>habitasse</a:t>
            </a:r>
            <a:r>
              <a:rPr dirty="0"/>
              <a:t> </a:t>
            </a:r>
            <a:r>
              <a:rPr dirty="0" err="1"/>
              <a:t>platea</a:t>
            </a:r>
            <a:r>
              <a:rPr dirty="0"/>
              <a:t> </a:t>
            </a:r>
            <a:r>
              <a:rPr dirty="0" err="1"/>
              <a:t>dictumst</a:t>
            </a:r>
            <a:r>
              <a:rPr dirty="0"/>
              <a:t>.</a:t>
            </a:r>
          </a:p>
          <a:p>
            <a:pPr marL="0" lvl="0" indent="0" algn="l">
              <a:spcBef>
                <a:spcPts val="1200"/>
              </a:spcBef>
              <a:spcAft>
                <a:spcPts val="0"/>
              </a:spcAft>
              <a:buNone/>
            </a:pPr>
            <a:endParaRPr dirty="0"/>
          </a:p>
          <a:p>
            <a:pPr marL="0" lvl="0" indent="0" algn="l">
              <a:spcBef>
                <a:spcPts val="1200"/>
              </a:spcBef>
              <a:spcAft>
                <a:spcPts val="0"/>
              </a:spcAft>
              <a:buNone/>
            </a:pPr>
            <a:r>
              <a:rPr dirty="0"/>
              <a:t>Lorem ipsum dolor sit </a:t>
            </a:r>
            <a:r>
              <a:rPr dirty="0" err="1"/>
              <a:t>amet</a:t>
            </a:r>
            <a:r>
              <a:rPr dirty="0"/>
              <a:t>, </a:t>
            </a:r>
            <a:r>
              <a:rPr dirty="0" err="1"/>
              <a:t>consectetur</a:t>
            </a:r>
            <a:r>
              <a:rPr dirty="0"/>
              <a:t> </a:t>
            </a:r>
            <a:r>
              <a:rPr dirty="0" err="1"/>
              <a:t>adipiscing</a:t>
            </a:r>
            <a:r>
              <a:rPr dirty="0"/>
              <a:t> </a:t>
            </a:r>
            <a:r>
              <a:rPr dirty="0" err="1"/>
              <a:t>elit</a:t>
            </a:r>
            <a:r>
              <a:rPr dirty="0"/>
              <a:t>. Sed do </a:t>
            </a:r>
            <a:r>
              <a:rPr dirty="0" err="1"/>
              <a:t>eiusmod</a:t>
            </a:r>
            <a:r>
              <a:rPr dirty="0"/>
              <a:t> </a:t>
            </a:r>
            <a:r>
              <a:rPr dirty="0" err="1"/>
              <a:t>tempor</a:t>
            </a:r>
            <a:r>
              <a:rPr dirty="0"/>
              <a:t> </a:t>
            </a:r>
            <a:r>
              <a:rPr dirty="0" err="1"/>
              <a:t>incididunt</a:t>
            </a:r>
            <a:r>
              <a:rPr dirty="0"/>
              <a:t> </a:t>
            </a:r>
            <a:r>
              <a:rPr dirty="0" err="1"/>
              <a:t>ut</a:t>
            </a:r>
            <a:r>
              <a:rPr dirty="0"/>
              <a:t> labore et dolore magna </a:t>
            </a:r>
            <a:r>
              <a:rPr dirty="0" err="1"/>
              <a:t>aliqua</a:t>
            </a:r>
            <a:r>
              <a:rPr dirty="0"/>
              <a:t>. Ut </a:t>
            </a:r>
            <a:r>
              <a:rPr dirty="0" err="1"/>
              <a:t>enim</a:t>
            </a:r>
            <a:r>
              <a:rPr dirty="0"/>
              <a:t> ad minim </a:t>
            </a:r>
            <a:r>
              <a:rPr dirty="0" err="1"/>
              <a:t>veniam</a:t>
            </a:r>
            <a:r>
              <a:rPr dirty="0"/>
              <a:t>, quis </a:t>
            </a:r>
            <a:r>
              <a:rPr dirty="0" err="1"/>
              <a:t>nostrud</a:t>
            </a:r>
            <a:r>
              <a:rPr dirty="0"/>
              <a:t> exercitation </a:t>
            </a:r>
            <a:r>
              <a:rPr dirty="0" err="1"/>
              <a:t>ullamco</a:t>
            </a:r>
            <a:r>
              <a:rPr dirty="0"/>
              <a:t> </a:t>
            </a:r>
            <a:r>
              <a:rPr dirty="0" err="1"/>
              <a:t>laboris</a:t>
            </a:r>
            <a:r>
              <a:rPr dirty="0"/>
              <a:t> nisi </a:t>
            </a:r>
            <a:r>
              <a:rPr dirty="0" err="1"/>
              <a:t>ut</a:t>
            </a:r>
            <a:r>
              <a:rPr dirty="0"/>
              <a:t> </a:t>
            </a:r>
            <a:r>
              <a:rPr dirty="0" err="1"/>
              <a:t>aliquip</a:t>
            </a:r>
            <a:r>
              <a:rPr dirty="0"/>
              <a:t> ex </a:t>
            </a:r>
            <a:r>
              <a:rPr dirty="0" err="1"/>
              <a:t>ea</a:t>
            </a:r>
            <a:r>
              <a:rPr dirty="0"/>
              <a:t> </a:t>
            </a:r>
            <a:r>
              <a:rPr dirty="0" err="1"/>
              <a:t>commodo</a:t>
            </a:r>
            <a:r>
              <a:rPr dirty="0"/>
              <a:t> </a:t>
            </a:r>
            <a:r>
              <a:rPr dirty="0" err="1"/>
              <a:t>consequat</a:t>
            </a:r>
            <a:r>
              <a:rPr dirty="0"/>
              <a:t>. Duis </a:t>
            </a:r>
            <a:r>
              <a:rPr dirty="0" err="1"/>
              <a:t>aute</a:t>
            </a:r>
            <a:r>
              <a:rPr dirty="0"/>
              <a:t> </a:t>
            </a:r>
            <a:r>
              <a:rPr dirty="0" err="1"/>
              <a:t>irure</a:t>
            </a:r>
            <a:r>
              <a:rPr dirty="0"/>
              <a:t> dolor in </a:t>
            </a:r>
            <a:r>
              <a:rPr dirty="0" err="1"/>
              <a:t>reprehenderit</a:t>
            </a:r>
            <a:r>
              <a:rPr dirty="0"/>
              <a:t> in </a:t>
            </a:r>
            <a:r>
              <a:rPr dirty="0" err="1"/>
              <a:t>voluptate</a:t>
            </a:r>
            <a:r>
              <a:rPr dirty="0"/>
              <a:t> </a:t>
            </a:r>
            <a:r>
              <a:rPr dirty="0" err="1"/>
              <a:t>velit</a:t>
            </a:r>
            <a:r>
              <a:rPr dirty="0"/>
              <a:t> esse </a:t>
            </a:r>
            <a:r>
              <a:rPr dirty="0" err="1"/>
              <a:t>cillum</a:t>
            </a:r>
            <a:r>
              <a:rPr dirty="0"/>
              <a:t> dolore </a:t>
            </a:r>
            <a:r>
              <a:rPr dirty="0" err="1"/>
              <a:t>eu</a:t>
            </a:r>
            <a:r>
              <a:rPr dirty="0"/>
              <a:t> </a:t>
            </a:r>
            <a:r>
              <a:rPr dirty="0" err="1"/>
              <a:t>fugiat</a:t>
            </a:r>
            <a:r>
              <a:rPr dirty="0"/>
              <a:t> </a:t>
            </a:r>
            <a:r>
              <a:rPr dirty="0" err="1"/>
              <a:t>nulla</a:t>
            </a:r>
            <a:r>
              <a:rPr dirty="0"/>
              <a:t> </a:t>
            </a:r>
            <a:r>
              <a:rPr dirty="0" err="1"/>
              <a:t>pariatur</a:t>
            </a:r>
            <a:r>
              <a:rPr dirty="0"/>
              <a:t>. </a:t>
            </a:r>
            <a:r>
              <a:rPr dirty="0" err="1"/>
              <a:t>Excepteur</a:t>
            </a:r>
            <a:r>
              <a:rPr dirty="0"/>
              <a:t> </a:t>
            </a:r>
            <a:r>
              <a:rPr dirty="0" err="1"/>
              <a:t>sint</a:t>
            </a:r>
            <a:r>
              <a:rPr dirty="0"/>
              <a:t> </a:t>
            </a:r>
            <a:r>
              <a:rPr dirty="0" err="1"/>
              <a:t>occaecat</a:t>
            </a:r>
            <a:r>
              <a:rPr dirty="0"/>
              <a:t> </a:t>
            </a:r>
            <a:r>
              <a:rPr dirty="0" err="1"/>
              <a:t>cupidatat</a:t>
            </a:r>
            <a:r>
              <a:rPr dirty="0"/>
              <a:t> non </a:t>
            </a:r>
            <a:r>
              <a:rPr dirty="0" err="1"/>
              <a:t>proident</a:t>
            </a:r>
            <a:r>
              <a:rPr dirty="0"/>
              <a:t>, sunt in culpa qui </a:t>
            </a:r>
            <a:r>
              <a:rPr dirty="0" err="1"/>
              <a:t>officia</a:t>
            </a:r>
            <a:r>
              <a:rPr dirty="0"/>
              <a:t> </a:t>
            </a:r>
            <a:r>
              <a:rPr dirty="0" err="1"/>
              <a:t>deserunt</a:t>
            </a:r>
            <a:r>
              <a:rPr dirty="0"/>
              <a:t> </a:t>
            </a:r>
            <a:r>
              <a:rPr dirty="0" err="1"/>
              <a:t>mollit</a:t>
            </a:r>
            <a:r>
              <a:rPr dirty="0"/>
              <a:t> </a:t>
            </a:r>
            <a:r>
              <a:rPr dirty="0" err="1"/>
              <a:t>anim</a:t>
            </a:r>
            <a:r>
              <a:rPr dirty="0"/>
              <a:t> id est </a:t>
            </a:r>
            <a:r>
              <a:rPr dirty="0" err="1"/>
              <a:t>laborum</a:t>
            </a:r>
            <a:r>
              <a:rPr dirty="0"/>
              <a:t>.</a:t>
            </a:r>
          </a:p>
          <a:p>
            <a:pPr marL="0" lvl="0" indent="0" algn="l">
              <a:spcBef>
                <a:spcPts val="1200"/>
              </a:spcBef>
              <a:spcAft>
                <a:spcPts val="0"/>
              </a:spcAft>
              <a:buNone/>
            </a:pPr>
            <a:endParaRPr dirty="0"/>
          </a:p>
          <a:p>
            <a:pPr marL="0" lvl="0" indent="0" algn="l">
              <a:spcBef>
                <a:spcPts val="1200"/>
              </a:spcBef>
              <a:spcAft>
                <a:spcPts val="0"/>
              </a:spcAft>
              <a:buNone/>
            </a:pPr>
            <a:r>
              <a:rPr dirty="0" err="1"/>
              <a:t>Praesent</a:t>
            </a:r>
            <a:r>
              <a:rPr dirty="0"/>
              <a:t> </a:t>
            </a:r>
            <a:r>
              <a:rPr dirty="0" err="1"/>
              <a:t>facilisis</a:t>
            </a:r>
            <a:r>
              <a:rPr dirty="0"/>
              <a:t>, lorem in facilitation cursus, </a:t>
            </a:r>
            <a:r>
              <a:rPr dirty="0" err="1"/>
              <a:t>neque</a:t>
            </a:r>
            <a:r>
              <a:rPr dirty="0"/>
              <a:t> </a:t>
            </a:r>
            <a:r>
              <a:rPr dirty="0" err="1"/>
              <a:t>justo</a:t>
            </a:r>
            <a:r>
              <a:rPr dirty="0"/>
              <a:t> </a:t>
            </a:r>
            <a:r>
              <a:rPr dirty="0" err="1"/>
              <a:t>posuere</a:t>
            </a:r>
            <a:r>
              <a:rPr dirty="0"/>
              <a:t> </a:t>
            </a:r>
            <a:r>
              <a:rPr dirty="0" err="1"/>
              <a:t>nibh</a:t>
            </a:r>
            <a:r>
              <a:rPr dirty="0"/>
              <a:t>, vitae </a:t>
            </a:r>
            <a:r>
              <a:rPr dirty="0" err="1"/>
              <a:t>consequat</a:t>
            </a:r>
            <a:r>
              <a:rPr dirty="0"/>
              <a:t> </a:t>
            </a:r>
            <a:r>
              <a:rPr dirty="0" err="1"/>
              <a:t>arcu</a:t>
            </a:r>
            <a:r>
              <a:rPr dirty="0"/>
              <a:t> </a:t>
            </a:r>
            <a:r>
              <a:rPr dirty="0" err="1"/>
              <a:t>sapien</a:t>
            </a:r>
            <a:r>
              <a:rPr dirty="0"/>
              <a:t> non </a:t>
            </a:r>
            <a:r>
              <a:rPr dirty="0" err="1"/>
              <a:t>erat</a:t>
            </a:r>
            <a:r>
              <a:rPr dirty="0"/>
              <a:t>. Integer vitae ipsum </a:t>
            </a:r>
            <a:r>
              <a:rPr dirty="0" err="1"/>
              <a:t>eget</a:t>
            </a:r>
            <a:r>
              <a:rPr dirty="0"/>
              <a:t> </a:t>
            </a:r>
            <a:r>
              <a:rPr dirty="0" err="1"/>
              <a:t>purus</a:t>
            </a:r>
            <a:r>
              <a:rPr dirty="0"/>
              <a:t> tempus </a:t>
            </a:r>
            <a:r>
              <a:rPr dirty="0" err="1"/>
              <a:t>tincidunt</a:t>
            </a:r>
            <a:r>
              <a:rPr dirty="0"/>
              <a:t>. </a:t>
            </a:r>
            <a:r>
              <a:rPr dirty="0" err="1"/>
              <a:t>Curabitur</a:t>
            </a:r>
            <a:r>
              <a:rPr dirty="0"/>
              <a:t> participant reflection lorem ipsum dolor sit </a:t>
            </a:r>
            <a:r>
              <a:rPr dirty="0" err="1"/>
              <a:t>amet</a:t>
            </a:r>
            <a:r>
              <a:rPr dirty="0"/>
              <a:t>, </a:t>
            </a:r>
            <a:r>
              <a:rPr dirty="0" err="1"/>
              <a:t>consectetur</a:t>
            </a:r>
            <a:r>
              <a:rPr dirty="0"/>
              <a:t> </a:t>
            </a:r>
            <a:r>
              <a:rPr dirty="0" err="1"/>
              <a:t>adipiscing</a:t>
            </a:r>
            <a:r>
              <a:rPr dirty="0"/>
              <a:t> </a:t>
            </a:r>
            <a:r>
              <a:rPr dirty="0" err="1"/>
              <a:t>elit</a:t>
            </a:r>
            <a:r>
              <a:rPr dirty="0"/>
              <a:t>. Vestibulum ante ipsum </a:t>
            </a:r>
            <a:r>
              <a:rPr dirty="0" err="1"/>
              <a:t>primis</a:t>
            </a:r>
            <a:r>
              <a:rPr dirty="0"/>
              <a:t> in </a:t>
            </a:r>
            <a:r>
              <a:rPr dirty="0" err="1"/>
              <a:t>faucibus</a:t>
            </a:r>
            <a:r>
              <a:rPr dirty="0"/>
              <a:t> </a:t>
            </a:r>
            <a:r>
              <a:rPr dirty="0" err="1"/>
              <a:t>orci</a:t>
            </a:r>
            <a:r>
              <a:rPr dirty="0"/>
              <a:t> </a:t>
            </a:r>
            <a:r>
              <a:rPr dirty="0" err="1"/>
              <a:t>luctus</a:t>
            </a:r>
            <a:r>
              <a:rPr dirty="0"/>
              <a:t> et </a:t>
            </a:r>
            <a:r>
              <a:rPr dirty="0" err="1"/>
              <a:t>ultrices</a:t>
            </a:r>
            <a:r>
              <a:rPr dirty="0"/>
              <a:t> </a:t>
            </a:r>
            <a:r>
              <a:rPr dirty="0" err="1"/>
              <a:t>posuere</a:t>
            </a:r>
            <a:r>
              <a:rPr dirty="0"/>
              <a:t> </a:t>
            </a:r>
            <a:r>
              <a:rPr dirty="0" err="1"/>
              <a:t>cubilia</a:t>
            </a:r>
            <a:r>
              <a:rPr dirty="0"/>
              <a:t> curae. Aenean discussion practice magna vel </a:t>
            </a:r>
            <a:r>
              <a:rPr dirty="0" err="1"/>
              <a:t>lectus</a:t>
            </a:r>
            <a:r>
              <a:rPr dirty="0"/>
              <a:t> </a:t>
            </a:r>
            <a:r>
              <a:rPr dirty="0" err="1"/>
              <a:t>commodo</a:t>
            </a:r>
            <a:r>
              <a:rPr dirty="0"/>
              <a:t>, sed </a:t>
            </a:r>
            <a:r>
              <a:rPr dirty="0" err="1"/>
              <a:t>aliquet</a:t>
            </a:r>
            <a:r>
              <a:rPr dirty="0"/>
              <a:t> libero </a:t>
            </a:r>
            <a:r>
              <a:rPr dirty="0" err="1"/>
              <a:t>volutpat</a:t>
            </a:r>
            <a:r>
              <a:rPr dirty="0"/>
              <a:t>. Donec </a:t>
            </a:r>
            <a:r>
              <a:rPr dirty="0" err="1"/>
              <a:t>euismod</a:t>
            </a:r>
            <a:r>
              <a:rPr dirty="0"/>
              <a:t>, </a:t>
            </a:r>
            <a:r>
              <a:rPr dirty="0" err="1"/>
              <a:t>nibh</a:t>
            </a:r>
            <a:r>
              <a:rPr dirty="0"/>
              <a:t> sed </a:t>
            </a:r>
            <a:r>
              <a:rPr dirty="0" err="1"/>
              <a:t>sollicitudin</a:t>
            </a:r>
            <a:r>
              <a:rPr dirty="0"/>
              <a:t> </a:t>
            </a:r>
            <a:r>
              <a:rPr dirty="0" err="1"/>
              <a:t>feugiat</a:t>
            </a:r>
            <a:r>
              <a:rPr dirty="0"/>
              <a:t>, </a:t>
            </a:r>
            <a:r>
              <a:rPr dirty="0" err="1"/>
              <a:t>erat</a:t>
            </a:r>
            <a:r>
              <a:rPr dirty="0"/>
              <a:t> lorem gravida mi, vitae </a:t>
            </a:r>
            <a:r>
              <a:rPr dirty="0" err="1"/>
              <a:t>malesuada</a:t>
            </a:r>
            <a:r>
              <a:rPr dirty="0"/>
              <a:t> </a:t>
            </a:r>
            <a:r>
              <a:rPr dirty="0" err="1"/>
              <a:t>nibh</a:t>
            </a:r>
            <a:r>
              <a:rPr dirty="0"/>
              <a:t> </a:t>
            </a:r>
            <a:r>
              <a:rPr dirty="0" err="1"/>
              <a:t>justo</a:t>
            </a:r>
            <a:r>
              <a:rPr dirty="0"/>
              <a:t> quis </a:t>
            </a:r>
            <a:r>
              <a:rPr dirty="0" err="1"/>
              <a:t>neque</a:t>
            </a:r>
            <a:r>
              <a:rPr dirty="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efc82f15e7_1_10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3efc82f15e7_1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Icon colors</a:t>
            </a:r>
            <a:endParaRPr/>
          </a:p>
          <a:p>
            <a:pPr marL="0" lvl="0" indent="0" algn="l">
              <a:spcBef>
                <a:spcPts val="0"/>
              </a:spcBef>
              <a:spcAft>
                <a:spcPts val="0"/>
              </a:spcAft>
              <a:buNone/>
            </a:pPr>
            <a:r>
              <a:t>Fusce at lorem vitae lectus luctus placerat. Etiam group discussion ipsum dolor sit amet, consectetur adipiscing elit. Phasellus consequat arcu quis nibh interdum, ut vehicula nulla viverra. Nunc facilitation practice lorem sit amet augue pellentesque, in blandit mauris tincidunt. Morbi vitae massa eget sapien rutrum dapibus. Cras ac neque eget dolor interdum feugiat. Quisque reflection lorem ipsum dolor sit amet, consectetur adipiscing elit. In hac habitasse platea dictumst.</a:t>
            </a:r>
          </a:p>
          <a:p>
            <a:pPr marL="0" lvl="0" indent="0" algn="l">
              <a:spcBef>
                <a:spcPts val="0"/>
              </a:spcBef>
              <a:spcAft>
                <a:spcPts val="0"/>
              </a:spcAft>
              <a:buNone/>
            </a:pPr>
            <a:endParaRPr/>
          </a:p>
          <a:p>
            <a:pPr marL="0" lvl="0" indent="0" algn="l">
              <a:spcBef>
                <a:spcPts val="0"/>
              </a:spcBef>
              <a:spcAft>
                <a:spcPts val="0"/>
              </a:spcAft>
              <a:buNone/>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marL="0" lvl="0" indent="0" algn="l">
              <a:spcBef>
                <a:spcPts val="0"/>
              </a:spcBef>
              <a:spcAft>
                <a:spcPts val="0"/>
              </a:spcAft>
              <a:buNone/>
            </a:pPr>
            <a:endParaRPr/>
          </a:p>
          <a:p>
            <a:pPr marL="0" lvl="0" indent="0" algn="l">
              <a:spcBef>
                <a:spcPts val="0"/>
              </a:spcBef>
              <a:spcAft>
                <a:spcPts val="0"/>
              </a:spcAft>
              <a:buNone/>
            </a:pPr>
            <a:r>
              <a:t>Praesent facilisis, lorem in facilitation cursus, neque justo posuere nibh, vitae consequat arcu sapien non erat. Integer vitae ipsum eget purus tempus tincidunt. Curabitur participant reflection lorem ipsum dolor sit amet, consectetur adipiscing elit. Vestibulum ante ipsum primis in faucibus orci luctus et ultrices posuere cubilia curae. Aenean discussion practice magna vel lectus commodo, sed aliquet libero volutpat. Donec euismod, nibh sed sollicitudin feugiat, erat lorem gravida mi, vitae malesuada nibh justo quis neque.</a:t>
            </a:r>
          </a:p>
          <a:p>
            <a:pPr marL="0" lvl="0" indent="0" algn="l">
              <a:spcBef>
                <a:spcPts val="0"/>
              </a:spcBef>
              <a:spcAft>
                <a:spcPts val="0"/>
              </a:spcAft>
              <a:buNone/>
            </a:pPr>
            <a:endParaRPr/>
          </a:p>
          <a:p>
            <a:pPr marL="0" lvl="0" indent="0" algn="l">
              <a:spcBef>
                <a:spcPts val="0"/>
              </a:spcBef>
              <a:spcAft>
                <a:spcPts val="0"/>
              </a:spcAft>
              <a:buNone/>
            </a:pPr>
            <a:r>
              <a:t>Suspendisse potenti. Aliquam erat volutpat. Mauris facilitation notes lorem ipsum dolor sit amet, consectetur adipiscing elit. Pellentesque habitant morbi tristique senectus et netus et malesuada fames ac turpis egestas. Nam sit amet ante ut ipsum aliquet luctus. Sed participant engagement lectus non erat faucibus, at vulputate erat fermentum. Nulla facilisi. Proin vel sapien ac lacus efficitur pellentesque. Vivamus aliquam libero a metus dictum, sit amet tempor justo consequat.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 name="Google Shape;13;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obj">
  <p:cSld name="OBJECT">
    <p:spTree>
      <p:nvGrpSpPr>
        <p:cNvPr id="1" name="Shape 16"/>
        <p:cNvGrpSpPr/>
        <p:nvPr/>
      </p:nvGrpSpPr>
      <p:grpSpPr>
        <a:xfrm>
          <a:off x="0" y="0"/>
          <a:ext cx="0" cy="0"/>
          <a:chOff x="0" y="0"/>
          <a:chExt cx="0" cy="0"/>
        </a:xfrm>
      </p:grpSpPr>
      <p:pic>
        <p:nvPicPr>
          <p:cNvPr id="17" name="Google Shape;17;p3" title="EXPAND_gray.jpg"/>
          <p:cNvPicPr preferRelativeResize="0"/>
          <p:nvPr/>
        </p:nvPicPr>
        <p:blipFill rotWithShape="1">
          <a:blip r:embed="rId2">
            <a:alphaModFix/>
          </a:blip>
          <a:srcRect t="10840" b="10833"/>
          <a:stretch/>
        </p:blipFill>
        <p:spPr>
          <a:xfrm>
            <a:off x="0" y="90751"/>
            <a:ext cx="12192000" cy="1991025"/>
          </a:xfrm>
          <a:prstGeom prst="rect">
            <a:avLst/>
          </a:prstGeom>
          <a:noFill/>
          <a:ln>
            <a:noFill/>
          </a:ln>
        </p:spPr>
      </p:pic>
      <p:sp>
        <p:nvSpPr>
          <p:cNvPr id="18" name="Google Shape;18;p3"/>
          <p:cNvSpPr txBox="1"/>
          <p:nvPr/>
        </p:nvSpPr>
        <p:spPr>
          <a:xfrm>
            <a:off x="842024" y="3735328"/>
            <a:ext cx="4747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p:txBody>
      </p:sp>
      <p:cxnSp>
        <p:nvCxnSpPr>
          <p:cNvPr id="19" name="Google Shape;19;p3"/>
          <p:cNvCxnSpPr/>
          <p:nvPr/>
        </p:nvCxnSpPr>
        <p:spPr>
          <a:xfrm>
            <a:off x="918224" y="3513973"/>
            <a:ext cx="1562100" cy="0"/>
          </a:xfrm>
          <a:prstGeom prst="straightConnector1">
            <a:avLst/>
          </a:prstGeom>
          <a:noFill/>
          <a:ln w="88900" cap="flat" cmpd="sng">
            <a:solidFill>
              <a:srgbClr val="DADFE1"/>
            </a:solidFill>
            <a:prstDash val="solid"/>
            <a:miter lim="80"/>
            <a:headEnd type="none" w="sm" len="sm"/>
            <a:tailEnd type="none" w="sm" len="sm"/>
          </a:ln>
        </p:spPr>
      </p:cxnSp>
      <p:sp>
        <p:nvSpPr>
          <p:cNvPr id="20" name="Google Shape;20;p3"/>
          <p:cNvSpPr/>
          <p:nvPr/>
        </p:nvSpPr>
        <p:spPr>
          <a:xfrm>
            <a:off x="-125" y="6689700"/>
            <a:ext cx="121920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 name="Google Shape;21;p3"/>
          <p:cNvSpPr/>
          <p:nvPr/>
        </p:nvSpPr>
        <p:spPr>
          <a:xfrm>
            <a:off x="0" y="0"/>
            <a:ext cx="121920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2" name="Google Shape;22;p3" title="EXPANDArrow.png"/>
          <p:cNvPicPr preferRelativeResize="0"/>
          <p:nvPr/>
        </p:nvPicPr>
        <p:blipFill rotWithShape="1">
          <a:blip r:embed="rId3">
            <a:alphaModFix/>
          </a:blip>
          <a:srcRect/>
          <a:stretch/>
        </p:blipFill>
        <p:spPr>
          <a:xfrm flipH="1">
            <a:off x="11708025" y="6516630"/>
            <a:ext cx="643883" cy="341375"/>
          </a:xfrm>
          <a:prstGeom prst="rect">
            <a:avLst/>
          </a:prstGeom>
          <a:noFill/>
          <a:ln>
            <a:noFill/>
          </a:ln>
        </p:spPr>
      </p:pic>
      <p:pic>
        <p:nvPicPr>
          <p:cNvPr id="23" name="Google Shape;23;p3" title="EXPANDArrow.png"/>
          <p:cNvPicPr preferRelativeResize="0"/>
          <p:nvPr/>
        </p:nvPicPr>
        <p:blipFill rotWithShape="1">
          <a:blip r:embed="rId3">
            <a:alphaModFix/>
          </a:blip>
          <a:srcRect/>
          <a:stretch/>
        </p:blipFill>
        <p:spPr>
          <a:xfrm>
            <a:off x="-126450" y="-7"/>
            <a:ext cx="643883" cy="341375"/>
          </a:xfrm>
          <a:prstGeom prst="rect">
            <a:avLst/>
          </a:prstGeom>
          <a:noFill/>
          <a:ln>
            <a:noFill/>
          </a:ln>
        </p:spPr>
      </p:pic>
      <p:pic>
        <p:nvPicPr>
          <p:cNvPr id="24" name="Google Shape;24;p3" title="Asset 8.png"/>
          <p:cNvPicPr preferRelativeResize="0"/>
          <p:nvPr/>
        </p:nvPicPr>
        <p:blipFill rotWithShape="1">
          <a:blip r:embed="rId4">
            <a:alphaModFix/>
          </a:blip>
          <a:srcRect/>
          <a:stretch/>
        </p:blipFill>
        <p:spPr>
          <a:xfrm>
            <a:off x="1017537" y="5431125"/>
            <a:ext cx="10156676" cy="1085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pening and Closing Sequence"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7" name="Google Shape;27;p4" title="EXPAND_gray.jpg"/>
          <p:cNvPicPr preferRelativeResize="0"/>
          <p:nvPr/>
        </p:nvPicPr>
        <p:blipFill rotWithShape="1">
          <a:blip r:embed="rId2">
            <a:alphaModFix amt="50000"/>
          </a:blip>
          <a:srcRect r="3929"/>
          <a:stretch/>
        </p:blipFill>
        <p:spPr>
          <a:xfrm>
            <a:off x="-115825" y="-149225"/>
            <a:ext cx="12307699" cy="6923075"/>
          </a:xfrm>
          <a:prstGeom prst="rect">
            <a:avLst/>
          </a:prstGeom>
          <a:noFill/>
          <a:ln>
            <a:noFill/>
          </a:ln>
        </p:spPr>
      </p:pic>
      <p:grpSp>
        <p:nvGrpSpPr>
          <p:cNvPr id="28" name="Google Shape;28;p4"/>
          <p:cNvGrpSpPr/>
          <p:nvPr/>
        </p:nvGrpSpPr>
        <p:grpSpPr>
          <a:xfrm>
            <a:off x="483978" y="656161"/>
            <a:ext cx="360196" cy="372345"/>
            <a:chOff x="1074126" y="1181859"/>
            <a:chExt cx="528070" cy="545880"/>
          </a:xfrm>
        </p:grpSpPr>
        <p:sp>
          <p:nvSpPr>
            <p:cNvPr id="29" name="Google Shape;29;p4"/>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4"/>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31" name="Google Shape;31;p4" title="EXPAND-cobranded-RGB_Red.png"/>
          <p:cNvPicPr preferRelativeResize="0"/>
          <p:nvPr/>
        </p:nvPicPr>
        <p:blipFill rotWithShape="1">
          <a:blip r:embed="rId3">
            <a:alphaModFix/>
          </a:blip>
          <a:srcRect/>
          <a:stretch/>
        </p:blipFill>
        <p:spPr>
          <a:xfrm>
            <a:off x="7692000" y="6010450"/>
            <a:ext cx="4337172" cy="582375"/>
          </a:xfrm>
          <a:prstGeom prst="rect">
            <a:avLst/>
          </a:prstGeom>
          <a:noFill/>
          <a:ln>
            <a:noFill/>
          </a:ln>
        </p:spPr>
      </p:pic>
      <p:sp>
        <p:nvSpPr>
          <p:cNvPr id="32" name="Google Shape;32;p4"/>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3" name="Google Shape;33;p4" title="EXPANDArrow.png"/>
          <p:cNvPicPr preferRelativeResize="0"/>
          <p:nvPr/>
        </p:nvPicPr>
        <p:blipFill rotWithShape="1">
          <a:blip r:embed="rId4">
            <a:alphaModFix/>
          </a:blip>
          <a:srcRect/>
          <a:stretch/>
        </p:blipFill>
        <p:spPr>
          <a:xfrm>
            <a:off x="-198075" y="6516618"/>
            <a:ext cx="643883" cy="3413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and Round Image" type="twoTxTwoObj">
  <p:cSld name="TWO_OBJECTS_WITH_TEXT">
    <p:spTree>
      <p:nvGrpSpPr>
        <p:cNvPr id="1" name="Shape 34"/>
        <p:cNvGrpSpPr/>
        <p:nvPr/>
      </p:nvGrpSpPr>
      <p:grpSpPr>
        <a:xfrm>
          <a:off x="0" y="0"/>
          <a:ext cx="0" cy="0"/>
          <a:chOff x="0" y="0"/>
          <a:chExt cx="0" cy="0"/>
        </a:xfrm>
      </p:grpSpPr>
      <p:grpSp>
        <p:nvGrpSpPr>
          <p:cNvPr id="35" name="Google Shape;35;p5"/>
          <p:cNvGrpSpPr/>
          <p:nvPr/>
        </p:nvGrpSpPr>
        <p:grpSpPr>
          <a:xfrm>
            <a:off x="483978" y="656161"/>
            <a:ext cx="360196" cy="372345"/>
            <a:chOff x="1074126" y="1181859"/>
            <a:chExt cx="528070" cy="545880"/>
          </a:xfrm>
        </p:grpSpPr>
        <p:sp>
          <p:nvSpPr>
            <p:cNvPr id="36" name="Google Shape;36;p5"/>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 name="Google Shape;37;p5"/>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8" name="Google Shape;38;p5"/>
          <p:cNvSpPr/>
          <p:nvPr/>
        </p:nvSpPr>
        <p:spPr>
          <a:xfrm>
            <a:off x="6706906" y="0"/>
            <a:ext cx="5551500" cy="6858000"/>
          </a:xfrm>
          <a:prstGeom prst="rect">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6E7E9"/>
              </a:solidFill>
              <a:latin typeface="Arial"/>
              <a:ea typeface="Arial"/>
              <a:cs typeface="Arial"/>
              <a:sym typeface="Arial"/>
            </a:endParaRPr>
          </a:p>
        </p:txBody>
      </p:sp>
      <p:pic>
        <p:nvPicPr>
          <p:cNvPr id="39" name="Google Shape;39;p5"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40" name="Google Shape;40;p5"/>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 name="Google Shape;41;p5"/>
          <p:cNvSpPr>
            <a:spLocks noGrp="1"/>
          </p:cNvSpPr>
          <p:nvPr>
            <p:ph type="pic" idx="2"/>
          </p:nvPr>
        </p:nvSpPr>
        <p:spPr>
          <a:xfrm>
            <a:off x="7627450" y="1164675"/>
            <a:ext cx="3710400" cy="3712500"/>
          </a:xfrm>
          <a:prstGeom prst="ellipse">
            <a:avLst/>
          </a:prstGeom>
          <a:noFill/>
          <a:ln w="28575" cap="flat" cmpd="sng">
            <a:solidFill>
              <a:srgbClr val="BFBFBF"/>
            </a:solidFill>
            <a:prstDash val="solid"/>
            <a:round/>
            <a:headEnd type="none" w="sm" len="sm"/>
            <a:tailEnd type="none" w="sm" len="sm"/>
          </a:ln>
        </p:spPr>
      </p:sp>
      <p:pic>
        <p:nvPicPr>
          <p:cNvPr id="42" name="Google Shape;42;p5"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and Image" type="titleOnly">
  <p:cSld name="TITLE_ONLY">
    <p:spTree>
      <p:nvGrpSpPr>
        <p:cNvPr id="1" name="Shape 43"/>
        <p:cNvGrpSpPr/>
        <p:nvPr/>
      </p:nvGrpSpPr>
      <p:grpSpPr>
        <a:xfrm>
          <a:off x="0" y="0"/>
          <a:ext cx="0" cy="0"/>
          <a:chOff x="0" y="0"/>
          <a:chExt cx="0" cy="0"/>
        </a:xfrm>
      </p:grpSpPr>
      <p:grpSp>
        <p:nvGrpSpPr>
          <p:cNvPr id="44" name="Google Shape;44;p6"/>
          <p:cNvGrpSpPr/>
          <p:nvPr/>
        </p:nvGrpSpPr>
        <p:grpSpPr>
          <a:xfrm>
            <a:off x="483978" y="656161"/>
            <a:ext cx="360196" cy="372345"/>
            <a:chOff x="1074126" y="1181859"/>
            <a:chExt cx="528070" cy="545880"/>
          </a:xfrm>
        </p:grpSpPr>
        <p:sp>
          <p:nvSpPr>
            <p:cNvPr id="45" name="Google Shape;45;p6"/>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6"/>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47" name="Google Shape;47;p6"/>
          <p:cNvSpPr/>
          <p:nvPr/>
        </p:nvSpPr>
        <p:spPr>
          <a:xfrm>
            <a:off x="6706906" y="0"/>
            <a:ext cx="5551500" cy="6858000"/>
          </a:xfrm>
          <a:prstGeom prst="rect">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6E7E9"/>
              </a:solidFill>
              <a:latin typeface="Arial"/>
              <a:ea typeface="Arial"/>
              <a:cs typeface="Arial"/>
              <a:sym typeface="Arial"/>
            </a:endParaRPr>
          </a:p>
        </p:txBody>
      </p:sp>
      <p:pic>
        <p:nvPicPr>
          <p:cNvPr id="48" name="Google Shape;48;p6"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49" name="Google Shape;49;p6"/>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 name="Google Shape;50;p6"/>
          <p:cNvSpPr>
            <a:spLocks noGrp="1"/>
          </p:cNvSpPr>
          <p:nvPr>
            <p:ph type="pic" idx="2"/>
          </p:nvPr>
        </p:nvSpPr>
        <p:spPr>
          <a:xfrm>
            <a:off x="7227275" y="1146200"/>
            <a:ext cx="4489800" cy="3563700"/>
          </a:xfrm>
          <a:prstGeom prst="roundRect">
            <a:avLst>
              <a:gd name="adj" fmla="val 4234"/>
            </a:avLst>
          </a:prstGeom>
          <a:noFill/>
          <a:ln w="28575" cap="flat" cmpd="sng">
            <a:solidFill>
              <a:srgbClr val="BFBFBF"/>
            </a:solidFill>
            <a:prstDash val="solid"/>
            <a:round/>
            <a:headEnd type="none" w="sm" len="sm"/>
            <a:tailEnd type="none" w="sm" len="sm"/>
          </a:ln>
        </p:spPr>
      </p:sp>
      <p:pic>
        <p:nvPicPr>
          <p:cNvPr id="51" name="Google Shape;51;p6"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ong Text and Image" type="blank">
  <p:cSld name="BLANK">
    <p:spTree>
      <p:nvGrpSpPr>
        <p:cNvPr id="1" name="Shape 52"/>
        <p:cNvGrpSpPr/>
        <p:nvPr/>
      </p:nvGrpSpPr>
      <p:grpSpPr>
        <a:xfrm>
          <a:off x="0" y="0"/>
          <a:ext cx="0" cy="0"/>
          <a:chOff x="0" y="0"/>
          <a:chExt cx="0" cy="0"/>
        </a:xfrm>
      </p:grpSpPr>
      <p:grpSp>
        <p:nvGrpSpPr>
          <p:cNvPr id="53" name="Google Shape;53;p7"/>
          <p:cNvGrpSpPr/>
          <p:nvPr/>
        </p:nvGrpSpPr>
        <p:grpSpPr>
          <a:xfrm>
            <a:off x="483979" y="656161"/>
            <a:ext cx="360196" cy="372345"/>
            <a:chOff x="1074126" y="1181859"/>
            <a:chExt cx="528070" cy="545880"/>
          </a:xfrm>
        </p:grpSpPr>
        <p:sp>
          <p:nvSpPr>
            <p:cNvPr id="54" name="Google Shape;54;p7"/>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5" name="Google Shape;55;p7"/>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56" name="Google Shape;56;p7"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57" name="Google Shape;57;p7"/>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
        <p:nvSpPr>
          <p:cNvPr id="59" name="Google Shape;59;p7"/>
          <p:cNvSpPr>
            <a:spLocks noGrp="1"/>
          </p:cNvSpPr>
          <p:nvPr>
            <p:ph type="pic" idx="2"/>
          </p:nvPr>
        </p:nvSpPr>
        <p:spPr>
          <a:xfrm>
            <a:off x="8472275" y="1213915"/>
            <a:ext cx="3208200" cy="2546400"/>
          </a:xfrm>
          <a:prstGeom prst="roundRect">
            <a:avLst>
              <a:gd name="adj" fmla="val 4234"/>
            </a:avLst>
          </a:prstGeom>
          <a:noFill/>
          <a:ln w="28575" cap="flat" cmpd="sng">
            <a:solidFill>
              <a:srgbClr val="BFBFBF"/>
            </a:solidFill>
            <a:prstDash val="solid"/>
            <a:round/>
            <a:headEnd type="none" w="sm" len="sm"/>
            <a:tailEnd type="none" w="sm" len="sm"/>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teractive Moment" type="objTx">
  <p:cSld name="OBJECT_WITH_CAPTION_TEXT">
    <p:bg>
      <p:bgPr>
        <a:gradFill>
          <a:gsLst>
            <a:gs pos="0">
              <a:srgbClr val="F5F5F5"/>
            </a:gs>
            <a:gs pos="100000">
              <a:srgbClr val="E8E8E8"/>
            </a:gs>
          </a:gsLst>
          <a:lin ang="8100019" scaled="0"/>
        </a:gradFill>
        <a:effectLst/>
      </p:bgPr>
    </p:bg>
    <p:spTree>
      <p:nvGrpSpPr>
        <p:cNvPr id="1" name="Shape 60"/>
        <p:cNvGrpSpPr/>
        <p:nvPr/>
      </p:nvGrpSpPr>
      <p:grpSpPr>
        <a:xfrm>
          <a:off x="0" y="0"/>
          <a:ext cx="0" cy="0"/>
          <a:chOff x="0" y="0"/>
          <a:chExt cx="0" cy="0"/>
        </a:xfrm>
      </p:grpSpPr>
      <p:pic>
        <p:nvPicPr>
          <p:cNvPr id="61" name="Google Shape;61;p8"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62" name="Google Shape;62;p8"/>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3" name="Google Shape;63;p8"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grpSp>
        <p:nvGrpSpPr>
          <p:cNvPr id="64" name="Google Shape;64;p8"/>
          <p:cNvGrpSpPr/>
          <p:nvPr/>
        </p:nvGrpSpPr>
        <p:grpSpPr>
          <a:xfrm>
            <a:off x="483980" y="656160"/>
            <a:ext cx="360196" cy="372345"/>
            <a:chOff x="1074126" y="1181859"/>
            <a:chExt cx="528070" cy="545880"/>
          </a:xfrm>
        </p:grpSpPr>
        <p:sp>
          <p:nvSpPr>
            <p:cNvPr id="65" name="Google Shape;65;p8"/>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 name="Google Shape;66;p8"/>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hite background" type="picTx">
  <p:cSld name="PICTURE_WITH_CAPTION_TEXT">
    <p:spTree>
      <p:nvGrpSpPr>
        <p:cNvPr id="1" name="Shape 67"/>
        <p:cNvGrpSpPr/>
        <p:nvPr/>
      </p:nvGrpSpPr>
      <p:grpSpPr>
        <a:xfrm>
          <a:off x="0" y="0"/>
          <a:ext cx="0" cy="0"/>
          <a:chOff x="0" y="0"/>
          <a:chExt cx="0" cy="0"/>
        </a:xfrm>
      </p:grpSpPr>
      <p:grpSp>
        <p:nvGrpSpPr>
          <p:cNvPr id="68" name="Google Shape;68;p9"/>
          <p:cNvGrpSpPr/>
          <p:nvPr/>
        </p:nvGrpSpPr>
        <p:grpSpPr>
          <a:xfrm>
            <a:off x="483979" y="656161"/>
            <a:ext cx="360196" cy="372345"/>
            <a:chOff x="1074126" y="1181859"/>
            <a:chExt cx="528070" cy="545880"/>
          </a:xfrm>
        </p:grpSpPr>
        <p:sp>
          <p:nvSpPr>
            <p:cNvPr id="69" name="Google Shape;69;p9"/>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 name="Google Shape;70;p9"/>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71" name="Google Shape;71;p9"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72" name="Google Shape;72;p9"/>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3" name="Google Shape;73;p9"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90"/>
        <p:cNvGrpSpPr/>
        <p:nvPr/>
      </p:nvGrpSpPr>
      <p:grpSpPr>
        <a:xfrm>
          <a:off x="0" y="0"/>
          <a:ext cx="0" cy="0"/>
          <a:chOff x="0" y="0"/>
          <a:chExt cx="0" cy="0"/>
        </a:xfrm>
      </p:grpSpPr>
      <p:sp>
        <p:nvSpPr>
          <p:cNvPr id="91" name="Google Shape;91;p13"/>
          <p:cNvSpPr txBox="1">
            <a:spLocks noGrp="1"/>
          </p:cNvSpPr>
          <p:nvPr>
            <p:ph type="ctrTitle"/>
          </p:nvPr>
        </p:nvSpPr>
        <p:spPr>
          <a:xfrm>
            <a:off x="415611" y="992767"/>
            <a:ext cx="11360700" cy="2736900"/>
          </a:xfrm>
          <a:prstGeom prst="rect">
            <a:avLst/>
          </a:prstGeom>
        </p:spPr>
        <p:txBody>
          <a:bodyPr spcFirstLastPara="1" wrap="square" lIns="0" tIns="0" rIns="0" bIns="0"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92" name="Google Shape;92;p13"/>
          <p:cNvSpPr txBox="1">
            <a:spLocks noGrp="1"/>
          </p:cNvSpPr>
          <p:nvPr>
            <p:ph type="subTitle" idx="1"/>
          </p:nvPr>
        </p:nvSpPr>
        <p:spPr>
          <a:xfrm>
            <a:off x="415600" y="3778833"/>
            <a:ext cx="11360700" cy="1056900"/>
          </a:xfrm>
          <a:prstGeom prst="rect">
            <a:avLst/>
          </a:prstGeom>
        </p:spPr>
        <p:txBody>
          <a:bodyPr spcFirstLastPara="1" wrap="square" lIns="0" tIns="0" rIns="0" bIns="0" anchor="b" anchorCtr="0">
            <a:noAutofit/>
          </a:bodyPr>
          <a:lstStyle>
            <a:lvl1pPr lvl="0" algn="ctr">
              <a:spcBef>
                <a:spcPts val="0"/>
              </a:spcBef>
              <a:spcAft>
                <a:spcPts val="0"/>
              </a:spcAft>
              <a:buSzPts val="3700"/>
              <a:buNone/>
              <a:defRPr sz="3700"/>
            </a:lvl1pPr>
            <a:lvl2pPr lvl="1" algn="ctr">
              <a:spcBef>
                <a:spcPts val="0"/>
              </a:spcBef>
              <a:spcAft>
                <a:spcPts val="0"/>
              </a:spcAft>
              <a:buSzPts val="3700"/>
              <a:buNone/>
              <a:defRPr sz="3700"/>
            </a:lvl2pPr>
            <a:lvl3pPr lvl="2" algn="ctr">
              <a:spcBef>
                <a:spcPts val="0"/>
              </a:spcBef>
              <a:spcAft>
                <a:spcPts val="0"/>
              </a:spcAft>
              <a:buSzPts val="3700"/>
              <a:buNone/>
              <a:defRPr sz="3700"/>
            </a:lvl3pPr>
            <a:lvl4pPr lvl="3" algn="ctr">
              <a:spcBef>
                <a:spcPts val="0"/>
              </a:spcBef>
              <a:spcAft>
                <a:spcPts val="0"/>
              </a:spcAft>
              <a:buSzPts val="3700"/>
              <a:buNone/>
              <a:defRPr sz="3700"/>
            </a:lvl4pPr>
            <a:lvl5pPr lvl="4" algn="ctr">
              <a:spcBef>
                <a:spcPts val="0"/>
              </a:spcBef>
              <a:spcAft>
                <a:spcPts val="0"/>
              </a:spcAft>
              <a:buSzPts val="3700"/>
              <a:buNone/>
              <a:defRPr sz="3700"/>
            </a:lvl5pPr>
            <a:lvl6pPr lvl="5" algn="ctr">
              <a:spcBef>
                <a:spcPts val="0"/>
              </a:spcBef>
              <a:spcAft>
                <a:spcPts val="0"/>
              </a:spcAft>
              <a:buSzPts val="3700"/>
              <a:buNone/>
              <a:defRPr sz="3700"/>
            </a:lvl6pPr>
            <a:lvl7pPr lvl="6" algn="ctr">
              <a:spcBef>
                <a:spcPts val="0"/>
              </a:spcBef>
              <a:spcAft>
                <a:spcPts val="0"/>
              </a:spcAft>
              <a:buSzPts val="3700"/>
              <a:buNone/>
              <a:defRPr sz="3700"/>
            </a:lvl7pPr>
            <a:lvl8pPr lvl="7" algn="ctr">
              <a:spcBef>
                <a:spcPts val="0"/>
              </a:spcBef>
              <a:spcAft>
                <a:spcPts val="0"/>
              </a:spcAft>
              <a:buSzPts val="3700"/>
              <a:buNone/>
              <a:defRPr sz="3700"/>
            </a:lvl8pPr>
            <a:lvl9pPr lvl="8" algn="ctr">
              <a:spcBef>
                <a:spcPts val="0"/>
              </a:spcBef>
              <a:spcAft>
                <a:spcPts val="0"/>
              </a:spcAft>
              <a:buSzPts val="3700"/>
              <a:buNone/>
              <a:defRPr sz="3700"/>
            </a:lvl9pPr>
          </a:lstStyle>
          <a:p>
            <a:endParaRPr/>
          </a:p>
        </p:txBody>
      </p:sp>
      <p:sp>
        <p:nvSpPr>
          <p:cNvPr id="93" name="Google Shape;93;p13"/>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415600" y="2867800"/>
            <a:ext cx="11360700" cy="1122300"/>
          </a:xfrm>
          <a:prstGeom prst="rect">
            <a:avLst/>
          </a:prstGeom>
        </p:spPr>
        <p:txBody>
          <a:bodyPr spcFirstLastPara="1" wrap="square" lIns="0" tIns="0" rIns="0" bIns="0"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96" name="Google Shape;96;p14"/>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99" name="Google Shape;99;p15"/>
          <p:cNvSpPr txBox="1">
            <a:spLocks noGrp="1"/>
          </p:cNvSpPr>
          <p:nvPr>
            <p:ph type="body" idx="1"/>
          </p:nvPr>
        </p:nvSpPr>
        <p:spPr>
          <a:xfrm>
            <a:off x="415600" y="1536633"/>
            <a:ext cx="11360700" cy="45552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0" name="Google Shape;100;p15"/>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03" name="Google Shape;103;p16"/>
          <p:cNvSpPr txBox="1">
            <a:spLocks noGrp="1"/>
          </p:cNvSpPr>
          <p:nvPr>
            <p:ph type="body" idx="1"/>
          </p:nvPr>
        </p:nvSpPr>
        <p:spPr>
          <a:xfrm>
            <a:off x="415600" y="1536633"/>
            <a:ext cx="5333100" cy="45552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04" name="Google Shape;104;p16"/>
          <p:cNvSpPr txBox="1">
            <a:spLocks noGrp="1"/>
          </p:cNvSpPr>
          <p:nvPr>
            <p:ph type="body" idx="2"/>
          </p:nvPr>
        </p:nvSpPr>
        <p:spPr>
          <a:xfrm>
            <a:off x="6443200" y="1536633"/>
            <a:ext cx="5333100" cy="45552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05" name="Google Shape;105;p16"/>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08" name="Google Shape;108;p17"/>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415600" y="740800"/>
            <a:ext cx="3744000" cy="1007700"/>
          </a:xfrm>
          <a:prstGeom prst="rect">
            <a:avLst/>
          </a:prstGeom>
        </p:spPr>
        <p:txBody>
          <a:bodyPr spcFirstLastPara="1" wrap="square" lIns="0" tIns="0" rIns="0" bIns="0" anchor="b" anchorCtr="0">
            <a:no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111" name="Google Shape;111;p18"/>
          <p:cNvSpPr txBox="1">
            <a:spLocks noGrp="1"/>
          </p:cNvSpPr>
          <p:nvPr>
            <p:ph type="body" idx="1"/>
          </p:nvPr>
        </p:nvSpPr>
        <p:spPr>
          <a:xfrm>
            <a:off x="415600" y="1852800"/>
            <a:ext cx="3744000" cy="42393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12" name="Google Shape;112;p18"/>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xfrm>
            <a:off x="653667" y="600200"/>
            <a:ext cx="8490300" cy="5454300"/>
          </a:xfrm>
          <a:prstGeom prst="rect">
            <a:avLst/>
          </a:prstGeom>
        </p:spPr>
        <p:txBody>
          <a:bodyPr spcFirstLastPara="1" wrap="square" lIns="0" tIns="0" rIns="0" bIns="0"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115" name="Google Shape;115;p19"/>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116"/>
        <p:cNvGrpSpPr/>
        <p:nvPr/>
      </p:nvGrpSpPr>
      <p:grpSpPr>
        <a:xfrm>
          <a:off x="0" y="0"/>
          <a:ext cx="0" cy="0"/>
          <a:chOff x="0" y="0"/>
          <a:chExt cx="0" cy="0"/>
        </a:xfrm>
      </p:grpSpPr>
      <p:sp>
        <p:nvSpPr>
          <p:cNvPr id="117" name="Google Shape;117;p2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8" name="Google Shape;118;p20"/>
          <p:cNvSpPr txBox="1">
            <a:spLocks noGrp="1"/>
          </p:cNvSpPr>
          <p:nvPr>
            <p:ph type="title"/>
          </p:nvPr>
        </p:nvSpPr>
        <p:spPr>
          <a:xfrm>
            <a:off x="354000" y="1644233"/>
            <a:ext cx="5393700" cy="1976400"/>
          </a:xfrm>
          <a:prstGeom prst="rect">
            <a:avLst/>
          </a:prstGeom>
        </p:spPr>
        <p:txBody>
          <a:bodyPr spcFirstLastPara="1" wrap="square" lIns="0" tIns="0" rIns="0" bIns="0"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119" name="Google Shape;119;p20"/>
          <p:cNvSpPr txBox="1">
            <a:spLocks noGrp="1"/>
          </p:cNvSpPr>
          <p:nvPr>
            <p:ph type="subTitle" idx="1"/>
          </p:nvPr>
        </p:nvSpPr>
        <p:spPr>
          <a:xfrm>
            <a:off x="354000" y="3737433"/>
            <a:ext cx="5393700" cy="1646700"/>
          </a:xfrm>
          <a:prstGeom prst="rect">
            <a:avLst/>
          </a:prstGeom>
        </p:spPr>
        <p:txBody>
          <a:bodyPr spcFirstLastPara="1" wrap="square" lIns="0" tIns="0" rIns="0" bIns="0" anchor="b"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20" name="Google Shape;120;p20"/>
          <p:cNvSpPr txBox="1">
            <a:spLocks noGrp="1"/>
          </p:cNvSpPr>
          <p:nvPr>
            <p:ph type="body" idx="2"/>
          </p:nvPr>
        </p:nvSpPr>
        <p:spPr>
          <a:xfrm>
            <a:off x="6586000" y="965433"/>
            <a:ext cx="5115900" cy="4926900"/>
          </a:xfrm>
          <a:prstGeom prst="rect">
            <a:avLst/>
          </a:prstGeom>
        </p:spPr>
        <p:txBody>
          <a:bodyPr spcFirstLastPara="1" wrap="square" lIns="0" tIns="0" rIns="0" bIns="0" anchor="ctr"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1" name="Google Shape;121;p20"/>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_1_2">
    <p:spTree>
      <p:nvGrpSpPr>
        <p:cNvPr id="1" name="Shape 122"/>
        <p:cNvGrpSpPr/>
        <p:nvPr/>
      </p:nvGrpSpPr>
      <p:grpSpPr>
        <a:xfrm>
          <a:off x="0" y="0"/>
          <a:ext cx="0" cy="0"/>
          <a:chOff x="0" y="0"/>
          <a:chExt cx="0" cy="0"/>
        </a:xfrm>
      </p:grpSpPr>
      <p:sp>
        <p:nvSpPr>
          <p:cNvPr id="123" name="Google Shape;123;p21"/>
          <p:cNvSpPr txBox="1">
            <a:spLocks noGrp="1"/>
          </p:cNvSpPr>
          <p:nvPr>
            <p:ph type="body" idx="1"/>
          </p:nvPr>
        </p:nvSpPr>
        <p:spPr>
          <a:xfrm>
            <a:off x="415600" y="5640767"/>
            <a:ext cx="7998300" cy="806700"/>
          </a:xfrm>
          <a:prstGeom prst="rect">
            <a:avLst/>
          </a:prstGeom>
        </p:spPr>
        <p:txBody>
          <a:bodyPr spcFirstLastPara="1" wrap="square" lIns="0" tIns="0" rIns="0" bIns="0" anchor="ctr" anchorCtr="0">
            <a:noAutofit/>
          </a:bodyPr>
          <a:lstStyle>
            <a:lvl1pPr marL="457200" lvl="0" indent="-228600">
              <a:spcBef>
                <a:spcPts val="0"/>
              </a:spcBef>
              <a:spcAft>
                <a:spcPts val="0"/>
              </a:spcAft>
              <a:buSzPts val="1100"/>
              <a:buNone/>
              <a:defRPr/>
            </a:lvl1pPr>
          </a:lstStyle>
          <a:p>
            <a:endParaRPr/>
          </a:p>
        </p:txBody>
      </p:sp>
      <p:sp>
        <p:nvSpPr>
          <p:cNvPr id="124" name="Google Shape;124;p21"/>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_1_1">
    <p:spTree>
      <p:nvGrpSpPr>
        <p:cNvPr id="1" name="Shape 125"/>
        <p:cNvGrpSpPr/>
        <p:nvPr/>
      </p:nvGrpSpPr>
      <p:grpSpPr>
        <a:xfrm>
          <a:off x="0" y="0"/>
          <a:ext cx="0" cy="0"/>
          <a:chOff x="0" y="0"/>
          <a:chExt cx="0" cy="0"/>
        </a:xfrm>
      </p:grpSpPr>
      <p:sp>
        <p:nvSpPr>
          <p:cNvPr id="126" name="Google Shape;126;p22"/>
          <p:cNvSpPr txBox="1">
            <a:spLocks noGrp="1"/>
          </p:cNvSpPr>
          <p:nvPr>
            <p:ph type="title" hasCustomPrompt="1"/>
          </p:nvPr>
        </p:nvSpPr>
        <p:spPr>
          <a:xfrm>
            <a:off x="415600" y="1474833"/>
            <a:ext cx="11360700" cy="2618100"/>
          </a:xfrm>
          <a:prstGeom prst="rect">
            <a:avLst/>
          </a:prstGeom>
        </p:spPr>
        <p:txBody>
          <a:bodyPr spcFirstLastPara="1" wrap="square" lIns="0" tIns="0" rIns="0" bIns="0"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127" name="Google Shape;127;p22"/>
          <p:cNvSpPr txBox="1">
            <a:spLocks noGrp="1"/>
          </p:cNvSpPr>
          <p:nvPr>
            <p:ph type="body" idx="1"/>
          </p:nvPr>
        </p:nvSpPr>
        <p:spPr>
          <a:xfrm>
            <a:off x="415600" y="4202967"/>
            <a:ext cx="11360700" cy="1734300"/>
          </a:xfrm>
          <a:prstGeom prst="rect">
            <a:avLst/>
          </a:prstGeom>
        </p:spPr>
        <p:txBody>
          <a:bodyPr spcFirstLastPara="1" wrap="square" lIns="0" tIns="0" rIns="0" bIns="0" anchor="b"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8" name="Google Shape;128;p22"/>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129"/>
        <p:cNvGrpSpPr/>
        <p:nvPr/>
      </p:nvGrpSpPr>
      <p:grpSpPr>
        <a:xfrm>
          <a:off x="0" y="0"/>
          <a:ext cx="0" cy="0"/>
          <a:chOff x="0" y="0"/>
          <a:chExt cx="0" cy="0"/>
        </a:xfrm>
      </p:grpSpPr>
      <p:sp>
        <p:nvSpPr>
          <p:cNvPr id="130" name="Google Shape;130;p23"/>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903100" y="2443700"/>
            <a:ext cx="4289700" cy="1978800"/>
          </a:xfrm>
          <a:prstGeom prst="rect">
            <a:avLst/>
          </a:prstGeom>
        </p:spPr>
        <p:txBody>
          <a:bodyPr spcFirstLastPara="1" wrap="square" lIns="0" tIns="0" rIns="0" bIns="0" anchor="ctr" anchorCtr="0">
            <a:noAutofit/>
          </a:bodyPr>
          <a:lstStyle>
            <a:lvl1pPr lvl="0">
              <a:spcBef>
                <a:spcPts val="0"/>
              </a:spcBef>
              <a:spcAft>
                <a:spcPts val="0"/>
              </a:spcAft>
              <a:buSzPts val="5600"/>
              <a:buNone/>
              <a:defRPr sz="56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33" name="Google Shape;133;p24"/>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34" name="Google Shape;134;p24"/>
          <p:cNvSpPr txBox="1">
            <a:spLocks noGrp="1"/>
          </p:cNvSpPr>
          <p:nvPr>
            <p:ph type="subTitle" idx="1"/>
          </p:nvPr>
        </p:nvSpPr>
        <p:spPr>
          <a:xfrm>
            <a:off x="5875533" y="525000"/>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35" name="Google Shape;135;p24"/>
          <p:cNvSpPr txBox="1">
            <a:spLocks noGrp="1"/>
          </p:cNvSpPr>
          <p:nvPr>
            <p:ph type="subTitle" idx="2"/>
          </p:nvPr>
        </p:nvSpPr>
        <p:spPr>
          <a:xfrm>
            <a:off x="5875533" y="1535607"/>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36" name="Google Shape;136;p24"/>
          <p:cNvSpPr txBox="1">
            <a:spLocks noGrp="1"/>
          </p:cNvSpPr>
          <p:nvPr>
            <p:ph type="subTitle" idx="3"/>
          </p:nvPr>
        </p:nvSpPr>
        <p:spPr>
          <a:xfrm>
            <a:off x="5875533" y="4567427"/>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37" name="Google Shape;137;p24"/>
          <p:cNvSpPr txBox="1">
            <a:spLocks noGrp="1"/>
          </p:cNvSpPr>
          <p:nvPr>
            <p:ph type="subTitle" idx="4"/>
          </p:nvPr>
        </p:nvSpPr>
        <p:spPr>
          <a:xfrm>
            <a:off x="5875533" y="2546213"/>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38" name="Google Shape;138;p24"/>
          <p:cNvSpPr txBox="1">
            <a:spLocks noGrp="1"/>
          </p:cNvSpPr>
          <p:nvPr>
            <p:ph type="subTitle" idx="5"/>
          </p:nvPr>
        </p:nvSpPr>
        <p:spPr>
          <a:xfrm>
            <a:off x="5875533" y="5578033"/>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39" name="Google Shape;139;p24"/>
          <p:cNvSpPr txBox="1">
            <a:spLocks noGrp="1"/>
          </p:cNvSpPr>
          <p:nvPr>
            <p:ph type="subTitle" idx="6"/>
          </p:nvPr>
        </p:nvSpPr>
        <p:spPr>
          <a:xfrm>
            <a:off x="5875533" y="3556820"/>
            <a:ext cx="58797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42" name="Google Shape;142;p25"/>
          <p:cNvSpPr txBox="1">
            <a:spLocks noGrp="1"/>
          </p:cNvSpPr>
          <p:nvPr>
            <p:ph type="body" idx="1"/>
          </p:nvPr>
        </p:nvSpPr>
        <p:spPr>
          <a:xfrm>
            <a:off x="415600" y="1536633"/>
            <a:ext cx="5965200" cy="45552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43" name="Google Shape;143;p25"/>
          <p:cNvSpPr>
            <a:spLocks noGrp="1"/>
          </p:cNvSpPr>
          <p:nvPr>
            <p:ph type="pic" idx="2"/>
          </p:nvPr>
        </p:nvSpPr>
        <p:spPr>
          <a:xfrm>
            <a:off x="6656032" y="1537033"/>
            <a:ext cx="5120400" cy="4555200"/>
          </a:xfrm>
          <a:prstGeom prst="rect">
            <a:avLst/>
          </a:prstGeom>
          <a:noFill/>
          <a:ln>
            <a:noFill/>
          </a:ln>
        </p:spPr>
      </p:sp>
      <p:sp>
        <p:nvSpPr>
          <p:cNvPr id="144" name="Google Shape;144;p25"/>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145"/>
        <p:cNvGrpSpPr/>
        <p:nvPr/>
      </p:nvGrpSpPr>
      <p:grpSpPr>
        <a:xfrm>
          <a:off x="0" y="0"/>
          <a:ext cx="0" cy="0"/>
          <a:chOff x="0" y="0"/>
          <a:chExt cx="0" cy="0"/>
        </a:xfrm>
      </p:grpSpPr>
      <p:sp>
        <p:nvSpPr>
          <p:cNvPr id="146" name="Google Shape;146;p26"/>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47" name="Google Shape;147;p26"/>
          <p:cNvSpPr txBox="1">
            <a:spLocks noGrp="1"/>
          </p:cNvSpPr>
          <p:nvPr>
            <p:ph type="title"/>
          </p:nvPr>
        </p:nvSpPr>
        <p:spPr>
          <a:xfrm>
            <a:off x="644233" y="600033"/>
            <a:ext cx="10912800" cy="1010700"/>
          </a:xfrm>
          <a:prstGeom prst="rect">
            <a:avLst/>
          </a:prstGeom>
        </p:spPr>
        <p:txBody>
          <a:bodyPr spcFirstLastPara="1" wrap="square" lIns="0" tIns="0" rIns="0" bIns="0" anchor="ctr"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48" name="Google Shape;148;p26"/>
          <p:cNvSpPr txBox="1">
            <a:spLocks noGrp="1"/>
          </p:cNvSpPr>
          <p:nvPr>
            <p:ph type="body" idx="1"/>
          </p:nvPr>
        </p:nvSpPr>
        <p:spPr>
          <a:xfrm>
            <a:off x="644200" y="2983717"/>
            <a:ext cx="4826400" cy="31647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49" name="Google Shape;149;p26"/>
          <p:cNvSpPr txBox="1">
            <a:spLocks noGrp="1"/>
          </p:cNvSpPr>
          <p:nvPr>
            <p:ph type="body" idx="2"/>
          </p:nvPr>
        </p:nvSpPr>
        <p:spPr>
          <a:xfrm>
            <a:off x="6730667" y="2983717"/>
            <a:ext cx="4826400" cy="31647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50" name="Google Shape;150;p26"/>
          <p:cNvSpPr txBox="1">
            <a:spLocks noGrp="1"/>
          </p:cNvSpPr>
          <p:nvPr>
            <p:ph type="subTitle" idx="3"/>
          </p:nvPr>
        </p:nvSpPr>
        <p:spPr>
          <a:xfrm>
            <a:off x="644200" y="1781548"/>
            <a:ext cx="48264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51" name="Google Shape;151;p26"/>
          <p:cNvSpPr txBox="1">
            <a:spLocks noGrp="1"/>
          </p:cNvSpPr>
          <p:nvPr>
            <p:ph type="subTitle" idx="4"/>
          </p:nvPr>
        </p:nvSpPr>
        <p:spPr>
          <a:xfrm>
            <a:off x="6730667" y="1781548"/>
            <a:ext cx="4826400" cy="7236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52"/>
        <p:cNvGrpSpPr/>
        <p:nvPr/>
      </p:nvGrpSpPr>
      <p:grpSpPr>
        <a:xfrm>
          <a:off x="0" y="0"/>
          <a:ext cx="0" cy="0"/>
          <a:chOff x="0" y="0"/>
          <a:chExt cx="0" cy="0"/>
        </a:xfrm>
      </p:grpSpPr>
      <p:sp>
        <p:nvSpPr>
          <p:cNvPr id="153" name="Google Shape;153;p27"/>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54" name="Google Shape;154;p27"/>
          <p:cNvSpPr txBox="1">
            <a:spLocks noGrp="1"/>
          </p:cNvSpPr>
          <p:nvPr>
            <p:ph type="body" idx="1"/>
          </p:nvPr>
        </p:nvSpPr>
        <p:spPr>
          <a:xfrm>
            <a:off x="644233" y="3223333"/>
            <a:ext cx="3273900" cy="31647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55" name="Google Shape;155;p27"/>
          <p:cNvSpPr txBox="1">
            <a:spLocks noGrp="1"/>
          </p:cNvSpPr>
          <p:nvPr>
            <p:ph type="body" idx="2"/>
          </p:nvPr>
        </p:nvSpPr>
        <p:spPr>
          <a:xfrm>
            <a:off x="4463633" y="3223333"/>
            <a:ext cx="3273900" cy="31647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56" name="Google Shape;156;p27"/>
          <p:cNvSpPr txBox="1">
            <a:spLocks noGrp="1"/>
          </p:cNvSpPr>
          <p:nvPr>
            <p:ph type="body" idx="3"/>
          </p:nvPr>
        </p:nvSpPr>
        <p:spPr>
          <a:xfrm>
            <a:off x="8283033" y="3223333"/>
            <a:ext cx="3273900" cy="31647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57" name="Google Shape;157;p27"/>
          <p:cNvSpPr txBox="1">
            <a:spLocks noGrp="1"/>
          </p:cNvSpPr>
          <p:nvPr>
            <p:ph type="title"/>
          </p:nvPr>
        </p:nvSpPr>
        <p:spPr>
          <a:xfrm>
            <a:off x="644233" y="600033"/>
            <a:ext cx="10912800" cy="1010700"/>
          </a:xfrm>
          <a:prstGeom prst="rect">
            <a:avLst/>
          </a:prstGeom>
        </p:spPr>
        <p:txBody>
          <a:bodyPr spcFirstLastPara="1" wrap="square" lIns="0" tIns="0" rIns="0" bIns="0" anchor="ctr"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58" name="Google Shape;158;p27"/>
          <p:cNvSpPr txBox="1">
            <a:spLocks noGrp="1"/>
          </p:cNvSpPr>
          <p:nvPr>
            <p:ph type="subTitle" idx="4"/>
          </p:nvPr>
        </p:nvSpPr>
        <p:spPr>
          <a:xfrm>
            <a:off x="644233" y="1781533"/>
            <a:ext cx="3273900" cy="10380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59" name="Google Shape;159;p27"/>
          <p:cNvSpPr txBox="1">
            <a:spLocks noGrp="1"/>
          </p:cNvSpPr>
          <p:nvPr>
            <p:ph type="subTitle" idx="5"/>
          </p:nvPr>
        </p:nvSpPr>
        <p:spPr>
          <a:xfrm>
            <a:off x="4463633" y="1781533"/>
            <a:ext cx="3273900" cy="10380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60" name="Google Shape;160;p27"/>
          <p:cNvSpPr txBox="1">
            <a:spLocks noGrp="1"/>
          </p:cNvSpPr>
          <p:nvPr>
            <p:ph type="subTitle" idx="6"/>
          </p:nvPr>
        </p:nvSpPr>
        <p:spPr>
          <a:xfrm>
            <a:off x="8283033" y="1781533"/>
            <a:ext cx="3273900" cy="10380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61"/>
        <p:cNvGrpSpPr/>
        <p:nvPr/>
      </p:nvGrpSpPr>
      <p:grpSpPr>
        <a:xfrm>
          <a:off x="0" y="0"/>
          <a:ext cx="0" cy="0"/>
          <a:chOff x="0" y="0"/>
          <a:chExt cx="0" cy="0"/>
        </a:xfrm>
      </p:grpSpPr>
      <p:sp>
        <p:nvSpPr>
          <p:cNvPr id="162" name="Google Shape;162;p28"/>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63" name="Google Shape;163;p28"/>
          <p:cNvSpPr txBox="1">
            <a:spLocks noGrp="1"/>
          </p:cNvSpPr>
          <p:nvPr>
            <p:ph type="body" idx="1"/>
          </p:nvPr>
        </p:nvSpPr>
        <p:spPr>
          <a:xfrm>
            <a:off x="488967" y="2345458"/>
            <a:ext cx="5118000" cy="15180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64" name="Google Shape;164;p28"/>
          <p:cNvSpPr txBox="1">
            <a:spLocks noGrp="1"/>
          </p:cNvSpPr>
          <p:nvPr>
            <p:ph type="body" idx="2"/>
          </p:nvPr>
        </p:nvSpPr>
        <p:spPr>
          <a:xfrm>
            <a:off x="6584967" y="2345458"/>
            <a:ext cx="5118000" cy="15180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65" name="Google Shape;165;p28"/>
          <p:cNvSpPr txBox="1">
            <a:spLocks noGrp="1"/>
          </p:cNvSpPr>
          <p:nvPr>
            <p:ph type="body" idx="3"/>
          </p:nvPr>
        </p:nvSpPr>
        <p:spPr>
          <a:xfrm>
            <a:off x="489000" y="4864767"/>
            <a:ext cx="5118000" cy="15180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66" name="Google Shape;166;p28"/>
          <p:cNvSpPr txBox="1">
            <a:spLocks noGrp="1"/>
          </p:cNvSpPr>
          <p:nvPr>
            <p:ph type="body" idx="4"/>
          </p:nvPr>
        </p:nvSpPr>
        <p:spPr>
          <a:xfrm>
            <a:off x="6585000" y="4864767"/>
            <a:ext cx="5118000" cy="1518000"/>
          </a:xfrm>
          <a:prstGeom prst="rect">
            <a:avLst/>
          </a:prstGeom>
        </p:spPr>
        <p:txBody>
          <a:bodyPr spcFirstLastPara="1" wrap="square" lIns="0" tIns="0" rIns="0" bIns="0" anchor="b" anchorCtr="0">
            <a:noAutofit/>
          </a:bodyPr>
          <a:lstStyle>
            <a:lvl1pPr marL="457200" lvl="0" indent="-349250">
              <a:spcBef>
                <a:spcPts val="0"/>
              </a:spcBef>
              <a:spcAft>
                <a:spcPts val="0"/>
              </a:spcAft>
              <a:buSzPts val="1900"/>
              <a:buChar char="●"/>
              <a:defRPr sz="1900"/>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67" name="Google Shape;167;p28"/>
          <p:cNvSpPr txBox="1">
            <a:spLocks noGrp="1"/>
          </p:cNvSpPr>
          <p:nvPr>
            <p:ph type="title"/>
          </p:nvPr>
        </p:nvSpPr>
        <p:spPr>
          <a:xfrm>
            <a:off x="489000" y="600033"/>
            <a:ext cx="10912800" cy="1010700"/>
          </a:xfrm>
          <a:prstGeom prst="rect">
            <a:avLst/>
          </a:prstGeom>
        </p:spPr>
        <p:txBody>
          <a:bodyPr spcFirstLastPara="1" wrap="square" lIns="0" tIns="0" rIns="0" bIns="0" anchor="ctr"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68" name="Google Shape;168;p28"/>
          <p:cNvSpPr txBox="1">
            <a:spLocks noGrp="1"/>
          </p:cNvSpPr>
          <p:nvPr>
            <p:ph type="subTitle" idx="5"/>
          </p:nvPr>
        </p:nvSpPr>
        <p:spPr>
          <a:xfrm>
            <a:off x="489017" y="1703876"/>
            <a:ext cx="5118000" cy="6417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69" name="Google Shape;169;p28"/>
          <p:cNvSpPr txBox="1">
            <a:spLocks noGrp="1"/>
          </p:cNvSpPr>
          <p:nvPr>
            <p:ph type="subTitle" idx="6"/>
          </p:nvPr>
        </p:nvSpPr>
        <p:spPr>
          <a:xfrm>
            <a:off x="6584983" y="1703876"/>
            <a:ext cx="5118000" cy="6417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70" name="Google Shape;170;p28"/>
          <p:cNvSpPr txBox="1">
            <a:spLocks noGrp="1"/>
          </p:cNvSpPr>
          <p:nvPr>
            <p:ph type="subTitle" idx="7"/>
          </p:nvPr>
        </p:nvSpPr>
        <p:spPr>
          <a:xfrm>
            <a:off x="6585014" y="4223150"/>
            <a:ext cx="5118000" cy="6417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
        <p:nvSpPr>
          <p:cNvPr id="171" name="Google Shape;171;p28"/>
          <p:cNvSpPr txBox="1">
            <a:spLocks noGrp="1"/>
          </p:cNvSpPr>
          <p:nvPr>
            <p:ph type="subTitle" idx="8"/>
          </p:nvPr>
        </p:nvSpPr>
        <p:spPr>
          <a:xfrm>
            <a:off x="489000" y="4223150"/>
            <a:ext cx="5118000" cy="641700"/>
          </a:xfrm>
          <a:prstGeom prst="rect">
            <a:avLst/>
          </a:prstGeom>
        </p:spPr>
        <p:txBody>
          <a:bodyPr spcFirstLastPara="1" wrap="square" lIns="0" tIns="0" rIns="0" bIns="0" anchor="t" anchorCtr="0">
            <a:noAutofit/>
          </a:bodyPr>
          <a:lstStyle>
            <a:lvl1pPr lvl="0">
              <a:spcBef>
                <a:spcPts val="0"/>
              </a:spcBef>
              <a:spcAft>
                <a:spcPts val="0"/>
              </a:spcAft>
              <a:buSzPts val="2700"/>
              <a:buNone/>
              <a:defRPr sz="2700"/>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74" name="Google Shape;174;p29"/>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75" name="Google Shape;175;p29"/>
          <p:cNvSpPr>
            <a:spLocks noGrp="1"/>
          </p:cNvSpPr>
          <p:nvPr>
            <p:ph type="pic" idx="2"/>
          </p:nvPr>
        </p:nvSpPr>
        <p:spPr>
          <a:xfrm>
            <a:off x="415600" y="1560567"/>
            <a:ext cx="11360700" cy="46572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76"/>
        <p:cNvGrpSpPr/>
        <p:nvPr/>
      </p:nvGrpSpPr>
      <p:grpSpPr>
        <a:xfrm>
          <a:off x="0" y="0"/>
          <a:ext cx="0" cy="0"/>
          <a:chOff x="0" y="0"/>
          <a:chExt cx="0" cy="0"/>
        </a:xfrm>
      </p:grpSpPr>
      <p:sp>
        <p:nvSpPr>
          <p:cNvPr id="177" name="Google Shape;177;p30"/>
          <p:cNvSpPr txBox="1">
            <a:spLocks noGrp="1"/>
          </p:cNvSpPr>
          <p:nvPr>
            <p:ph type="body" idx="1"/>
          </p:nvPr>
        </p:nvSpPr>
        <p:spPr>
          <a:xfrm>
            <a:off x="415600" y="5440300"/>
            <a:ext cx="5370000" cy="12348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78" name="Google Shape;178;p30"/>
          <p:cNvSpPr>
            <a:spLocks noGrp="1"/>
          </p:cNvSpPr>
          <p:nvPr>
            <p:ph type="pic" idx="2"/>
          </p:nvPr>
        </p:nvSpPr>
        <p:spPr>
          <a:xfrm>
            <a:off x="6406433" y="1511067"/>
            <a:ext cx="5370000" cy="3190500"/>
          </a:xfrm>
          <a:prstGeom prst="rect">
            <a:avLst/>
          </a:prstGeom>
          <a:noFill/>
          <a:ln>
            <a:noFill/>
          </a:ln>
        </p:spPr>
      </p:sp>
      <p:sp>
        <p:nvSpPr>
          <p:cNvPr id="179" name="Google Shape;179;p30"/>
          <p:cNvSpPr>
            <a:spLocks noGrp="1"/>
          </p:cNvSpPr>
          <p:nvPr>
            <p:ph type="pic" idx="3"/>
          </p:nvPr>
        </p:nvSpPr>
        <p:spPr>
          <a:xfrm>
            <a:off x="415633" y="1511067"/>
            <a:ext cx="5370000" cy="3190500"/>
          </a:xfrm>
          <a:prstGeom prst="rect">
            <a:avLst/>
          </a:prstGeom>
          <a:noFill/>
          <a:ln>
            <a:noFill/>
          </a:ln>
        </p:spPr>
      </p:sp>
      <p:sp>
        <p:nvSpPr>
          <p:cNvPr id="180" name="Google Shape;180;p30"/>
          <p:cNvSpPr txBox="1">
            <a:spLocks noGrp="1"/>
          </p:cNvSpPr>
          <p:nvPr>
            <p:ph type="body" idx="4"/>
          </p:nvPr>
        </p:nvSpPr>
        <p:spPr>
          <a:xfrm>
            <a:off x="6406433" y="5440300"/>
            <a:ext cx="5370000" cy="12348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81" name="Google Shape;181;p30"/>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82" name="Google Shape;182;p30"/>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3" name="Google Shape;183;p30"/>
          <p:cNvSpPr txBox="1">
            <a:spLocks noGrp="1"/>
          </p:cNvSpPr>
          <p:nvPr>
            <p:ph type="subTitle" idx="5"/>
          </p:nvPr>
        </p:nvSpPr>
        <p:spPr>
          <a:xfrm>
            <a:off x="415633" y="4777200"/>
            <a:ext cx="5370000" cy="641700"/>
          </a:xfrm>
          <a:prstGeom prst="rect">
            <a:avLst/>
          </a:prstGeom>
        </p:spPr>
        <p:txBody>
          <a:bodyPr spcFirstLastPara="1" wrap="square" lIns="0" tIns="0" rIns="0" bIns="0" anchor="t" anchorCtr="0">
            <a:noAutofit/>
          </a:bodyPr>
          <a:lstStyle>
            <a:lvl1pPr lvl="0">
              <a:spcBef>
                <a:spcPts val="0"/>
              </a:spcBef>
              <a:spcAft>
                <a:spcPts val="0"/>
              </a:spcAft>
              <a:buSzPts val="15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84" name="Google Shape;184;p30"/>
          <p:cNvSpPr txBox="1">
            <a:spLocks noGrp="1"/>
          </p:cNvSpPr>
          <p:nvPr>
            <p:ph type="subTitle" idx="6"/>
          </p:nvPr>
        </p:nvSpPr>
        <p:spPr>
          <a:xfrm>
            <a:off x="6406433" y="4777200"/>
            <a:ext cx="5370000" cy="641700"/>
          </a:xfrm>
          <a:prstGeom prst="rect">
            <a:avLst/>
          </a:prstGeom>
        </p:spPr>
        <p:txBody>
          <a:bodyPr spcFirstLastPara="1" wrap="square" lIns="0" tIns="0" rIns="0" bIns="0" anchor="t" anchorCtr="0">
            <a:noAutofit/>
          </a:bodyPr>
          <a:lstStyle>
            <a:lvl1pPr lvl="0">
              <a:spcBef>
                <a:spcPts val="0"/>
              </a:spcBef>
              <a:spcAft>
                <a:spcPts val="0"/>
              </a:spcAft>
              <a:buSzPts val="15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85"/>
        <p:cNvGrpSpPr/>
        <p:nvPr/>
      </p:nvGrpSpPr>
      <p:grpSpPr>
        <a:xfrm>
          <a:off x="0" y="0"/>
          <a:ext cx="0" cy="0"/>
          <a:chOff x="0" y="0"/>
          <a:chExt cx="0" cy="0"/>
        </a:xfrm>
      </p:grpSpPr>
      <p:sp>
        <p:nvSpPr>
          <p:cNvPr id="186" name="Google Shape;186;p31"/>
          <p:cNvSpPr txBox="1">
            <a:spLocks noGrp="1"/>
          </p:cNvSpPr>
          <p:nvPr>
            <p:ph type="body" idx="1"/>
          </p:nvPr>
        </p:nvSpPr>
        <p:spPr>
          <a:xfrm>
            <a:off x="415600" y="5215600"/>
            <a:ext cx="3502800" cy="13581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87" name="Google Shape;187;p31"/>
          <p:cNvSpPr>
            <a:spLocks noGrp="1"/>
          </p:cNvSpPr>
          <p:nvPr>
            <p:ph type="pic" idx="2"/>
          </p:nvPr>
        </p:nvSpPr>
        <p:spPr>
          <a:xfrm>
            <a:off x="8273633" y="1504433"/>
            <a:ext cx="3502800" cy="3030900"/>
          </a:xfrm>
          <a:prstGeom prst="rect">
            <a:avLst/>
          </a:prstGeom>
          <a:noFill/>
          <a:ln>
            <a:noFill/>
          </a:ln>
        </p:spPr>
      </p:sp>
      <p:sp>
        <p:nvSpPr>
          <p:cNvPr id="188" name="Google Shape;188;p31"/>
          <p:cNvSpPr>
            <a:spLocks noGrp="1"/>
          </p:cNvSpPr>
          <p:nvPr>
            <p:ph type="pic" idx="3"/>
          </p:nvPr>
        </p:nvSpPr>
        <p:spPr>
          <a:xfrm>
            <a:off x="415633" y="1504433"/>
            <a:ext cx="3502800" cy="3030900"/>
          </a:xfrm>
          <a:prstGeom prst="rect">
            <a:avLst/>
          </a:prstGeom>
          <a:noFill/>
          <a:ln>
            <a:noFill/>
          </a:ln>
        </p:spPr>
      </p:sp>
      <p:sp>
        <p:nvSpPr>
          <p:cNvPr id="189" name="Google Shape;189;p31"/>
          <p:cNvSpPr txBox="1">
            <a:spLocks noGrp="1"/>
          </p:cNvSpPr>
          <p:nvPr>
            <p:ph type="body" idx="4"/>
          </p:nvPr>
        </p:nvSpPr>
        <p:spPr>
          <a:xfrm>
            <a:off x="8273633" y="5215600"/>
            <a:ext cx="3502800" cy="13581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90" name="Google Shape;190;p31"/>
          <p:cNvSpPr>
            <a:spLocks noGrp="1"/>
          </p:cNvSpPr>
          <p:nvPr>
            <p:ph type="pic" idx="5"/>
          </p:nvPr>
        </p:nvSpPr>
        <p:spPr>
          <a:xfrm>
            <a:off x="4340333" y="1504433"/>
            <a:ext cx="3502800" cy="3030900"/>
          </a:xfrm>
          <a:prstGeom prst="rect">
            <a:avLst/>
          </a:prstGeom>
          <a:noFill/>
          <a:ln>
            <a:noFill/>
          </a:ln>
        </p:spPr>
      </p:sp>
      <p:sp>
        <p:nvSpPr>
          <p:cNvPr id="191" name="Google Shape;191;p31"/>
          <p:cNvSpPr txBox="1">
            <a:spLocks noGrp="1"/>
          </p:cNvSpPr>
          <p:nvPr>
            <p:ph type="body" idx="6"/>
          </p:nvPr>
        </p:nvSpPr>
        <p:spPr>
          <a:xfrm>
            <a:off x="4340333" y="5215600"/>
            <a:ext cx="3502800" cy="1358100"/>
          </a:xfrm>
          <a:prstGeom prst="rect">
            <a:avLst/>
          </a:prstGeom>
        </p:spPr>
        <p:txBody>
          <a:bodyPr spcFirstLastPara="1" wrap="square" lIns="0" tIns="0" rIns="0" bIns="0" anchor="b" anchorCtr="0">
            <a:no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92" name="Google Shape;192;p31"/>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193" name="Google Shape;193;p31"/>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94" name="Google Shape;194;p31"/>
          <p:cNvSpPr txBox="1">
            <a:spLocks noGrp="1"/>
          </p:cNvSpPr>
          <p:nvPr>
            <p:ph type="subTitle" idx="7"/>
          </p:nvPr>
        </p:nvSpPr>
        <p:spPr>
          <a:xfrm>
            <a:off x="415633" y="4574000"/>
            <a:ext cx="3502800" cy="641700"/>
          </a:xfrm>
          <a:prstGeom prst="rect">
            <a:avLst/>
          </a:prstGeom>
        </p:spPr>
        <p:txBody>
          <a:bodyPr spcFirstLastPara="1" wrap="square" lIns="0" tIns="0" rIns="0" bIns="0" anchor="t" anchorCtr="0">
            <a:noAutofit/>
          </a:bodyPr>
          <a:lstStyle>
            <a:lvl1pPr lvl="0">
              <a:spcBef>
                <a:spcPts val="0"/>
              </a:spcBef>
              <a:spcAft>
                <a:spcPts val="0"/>
              </a:spcAft>
              <a:buSzPts val="15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95" name="Google Shape;195;p31"/>
          <p:cNvSpPr txBox="1">
            <a:spLocks noGrp="1"/>
          </p:cNvSpPr>
          <p:nvPr>
            <p:ph type="subTitle" idx="8"/>
          </p:nvPr>
        </p:nvSpPr>
        <p:spPr>
          <a:xfrm>
            <a:off x="8273633" y="4574000"/>
            <a:ext cx="3502800" cy="641700"/>
          </a:xfrm>
          <a:prstGeom prst="rect">
            <a:avLst/>
          </a:prstGeom>
        </p:spPr>
        <p:txBody>
          <a:bodyPr spcFirstLastPara="1" wrap="square" lIns="0" tIns="0" rIns="0" bIns="0" anchor="t" anchorCtr="0">
            <a:noAutofit/>
          </a:bodyPr>
          <a:lstStyle>
            <a:lvl1pPr lvl="0">
              <a:spcBef>
                <a:spcPts val="0"/>
              </a:spcBef>
              <a:spcAft>
                <a:spcPts val="0"/>
              </a:spcAft>
              <a:buSzPts val="15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96" name="Google Shape;196;p31"/>
          <p:cNvSpPr txBox="1">
            <a:spLocks noGrp="1"/>
          </p:cNvSpPr>
          <p:nvPr>
            <p:ph type="subTitle" idx="9"/>
          </p:nvPr>
        </p:nvSpPr>
        <p:spPr>
          <a:xfrm>
            <a:off x="4340333" y="4574000"/>
            <a:ext cx="3502800" cy="641700"/>
          </a:xfrm>
          <a:prstGeom prst="rect">
            <a:avLst/>
          </a:prstGeom>
        </p:spPr>
        <p:txBody>
          <a:bodyPr spcFirstLastPara="1" wrap="square" lIns="0" tIns="0" rIns="0" bIns="0" anchor="t" anchorCtr="0">
            <a:noAutofit/>
          </a:bodyPr>
          <a:lstStyle>
            <a:lvl1pPr lvl="0">
              <a:spcBef>
                <a:spcPts val="0"/>
              </a:spcBef>
              <a:spcAft>
                <a:spcPts val="0"/>
              </a:spcAft>
              <a:buSzPts val="15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97"/>
        <p:cNvGrpSpPr/>
        <p:nvPr/>
      </p:nvGrpSpPr>
      <p:grpSpPr>
        <a:xfrm>
          <a:off x="0" y="0"/>
          <a:ext cx="0" cy="0"/>
          <a:chOff x="0" y="0"/>
          <a:chExt cx="0" cy="0"/>
        </a:xfrm>
      </p:grpSpPr>
      <p:sp>
        <p:nvSpPr>
          <p:cNvPr id="198" name="Google Shape;198;p32"/>
          <p:cNvSpPr>
            <a:spLocks noGrp="1"/>
          </p:cNvSpPr>
          <p:nvPr>
            <p:ph type="pic" idx="2"/>
          </p:nvPr>
        </p:nvSpPr>
        <p:spPr>
          <a:xfrm>
            <a:off x="415600" y="593367"/>
            <a:ext cx="11360700" cy="5624400"/>
          </a:xfrm>
          <a:prstGeom prst="rect">
            <a:avLst/>
          </a:prstGeom>
          <a:noFill/>
          <a:ln>
            <a:noFill/>
          </a:ln>
        </p:spPr>
      </p:sp>
      <p:sp>
        <p:nvSpPr>
          <p:cNvPr id="199" name="Google Shape;199;p32"/>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200"/>
        <p:cNvGrpSpPr/>
        <p:nvPr/>
      </p:nvGrpSpPr>
      <p:grpSpPr>
        <a:xfrm>
          <a:off x="0" y="0"/>
          <a:ext cx="0" cy="0"/>
          <a:chOff x="0" y="0"/>
          <a:chExt cx="0" cy="0"/>
        </a:xfrm>
      </p:grpSpPr>
      <p:sp>
        <p:nvSpPr>
          <p:cNvPr id="201" name="Google Shape;201;p33"/>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202" name="Google Shape;202;p33"/>
          <p:cNvSpPr>
            <a:spLocks noGrp="1"/>
          </p:cNvSpPr>
          <p:nvPr>
            <p:ph type="pic" idx="2"/>
          </p:nvPr>
        </p:nvSpPr>
        <p:spPr>
          <a:xfrm>
            <a:off x="4519467" y="158550"/>
            <a:ext cx="2191500" cy="2046900"/>
          </a:xfrm>
          <a:prstGeom prst="rect">
            <a:avLst/>
          </a:prstGeom>
          <a:noFill/>
          <a:ln>
            <a:noFill/>
          </a:ln>
        </p:spPr>
      </p:sp>
      <p:sp>
        <p:nvSpPr>
          <p:cNvPr id="203" name="Google Shape;203;p33"/>
          <p:cNvSpPr>
            <a:spLocks noGrp="1"/>
          </p:cNvSpPr>
          <p:nvPr>
            <p:ph type="pic" idx="3"/>
          </p:nvPr>
        </p:nvSpPr>
        <p:spPr>
          <a:xfrm>
            <a:off x="6927913" y="158550"/>
            <a:ext cx="2191500" cy="2046900"/>
          </a:xfrm>
          <a:prstGeom prst="rect">
            <a:avLst/>
          </a:prstGeom>
          <a:noFill/>
          <a:ln>
            <a:noFill/>
          </a:ln>
        </p:spPr>
      </p:sp>
      <p:sp>
        <p:nvSpPr>
          <p:cNvPr id="204" name="Google Shape;204;p33"/>
          <p:cNvSpPr>
            <a:spLocks noGrp="1"/>
          </p:cNvSpPr>
          <p:nvPr>
            <p:ph type="pic" idx="4"/>
          </p:nvPr>
        </p:nvSpPr>
        <p:spPr>
          <a:xfrm>
            <a:off x="9336360" y="158550"/>
            <a:ext cx="2191500" cy="2046900"/>
          </a:xfrm>
          <a:prstGeom prst="rect">
            <a:avLst/>
          </a:prstGeom>
          <a:noFill/>
          <a:ln>
            <a:noFill/>
          </a:ln>
        </p:spPr>
      </p:sp>
      <p:sp>
        <p:nvSpPr>
          <p:cNvPr id="205" name="Google Shape;205;p33"/>
          <p:cNvSpPr>
            <a:spLocks noGrp="1"/>
          </p:cNvSpPr>
          <p:nvPr>
            <p:ph type="pic" idx="5"/>
          </p:nvPr>
        </p:nvSpPr>
        <p:spPr>
          <a:xfrm>
            <a:off x="4519450" y="2405616"/>
            <a:ext cx="2191500" cy="2046900"/>
          </a:xfrm>
          <a:prstGeom prst="rect">
            <a:avLst/>
          </a:prstGeom>
          <a:noFill/>
          <a:ln>
            <a:noFill/>
          </a:ln>
        </p:spPr>
      </p:sp>
      <p:sp>
        <p:nvSpPr>
          <p:cNvPr id="206" name="Google Shape;206;p33"/>
          <p:cNvSpPr>
            <a:spLocks noGrp="1"/>
          </p:cNvSpPr>
          <p:nvPr>
            <p:ph type="pic" idx="6"/>
          </p:nvPr>
        </p:nvSpPr>
        <p:spPr>
          <a:xfrm>
            <a:off x="6927897" y="2405616"/>
            <a:ext cx="2191500" cy="2046900"/>
          </a:xfrm>
          <a:prstGeom prst="rect">
            <a:avLst/>
          </a:prstGeom>
          <a:noFill/>
          <a:ln>
            <a:noFill/>
          </a:ln>
        </p:spPr>
      </p:sp>
      <p:sp>
        <p:nvSpPr>
          <p:cNvPr id="207" name="Google Shape;207;p33"/>
          <p:cNvSpPr>
            <a:spLocks noGrp="1"/>
          </p:cNvSpPr>
          <p:nvPr>
            <p:ph type="pic" idx="7"/>
          </p:nvPr>
        </p:nvSpPr>
        <p:spPr>
          <a:xfrm>
            <a:off x="9336343" y="2405616"/>
            <a:ext cx="2191500" cy="2046900"/>
          </a:xfrm>
          <a:prstGeom prst="rect">
            <a:avLst/>
          </a:prstGeom>
          <a:noFill/>
          <a:ln>
            <a:noFill/>
          </a:ln>
        </p:spPr>
      </p:sp>
      <p:sp>
        <p:nvSpPr>
          <p:cNvPr id="208" name="Google Shape;208;p33"/>
          <p:cNvSpPr txBox="1">
            <a:spLocks noGrp="1"/>
          </p:cNvSpPr>
          <p:nvPr>
            <p:ph type="title"/>
          </p:nvPr>
        </p:nvSpPr>
        <p:spPr>
          <a:xfrm>
            <a:off x="468733" y="593367"/>
            <a:ext cx="3462300" cy="2275200"/>
          </a:xfrm>
          <a:prstGeom prst="rect">
            <a:avLst/>
          </a:prstGeom>
        </p:spPr>
        <p:txBody>
          <a:bodyPr spcFirstLastPara="1" wrap="square" lIns="0" tIns="0" rIns="0" bIns="0" anchor="t" anchorCtr="0">
            <a:sp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09" name="Google Shape;209;p33"/>
          <p:cNvSpPr>
            <a:spLocks noGrp="1"/>
          </p:cNvSpPr>
          <p:nvPr>
            <p:ph type="pic" idx="8"/>
          </p:nvPr>
        </p:nvSpPr>
        <p:spPr>
          <a:xfrm>
            <a:off x="4519450" y="4652649"/>
            <a:ext cx="2191500" cy="2046900"/>
          </a:xfrm>
          <a:prstGeom prst="rect">
            <a:avLst/>
          </a:prstGeom>
          <a:noFill/>
          <a:ln>
            <a:noFill/>
          </a:ln>
        </p:spPr>
      </p:sp>
      <p:sp>
        <p:nvSpPr>
          <p:cNvPr id="210" name="Google Shape;210;p33"/>
          <p:cNvSpPr>
            <a:spLocks noGrp="1"/>
          </p:cNvSpPr>
          <p:nvPr>
            <p:ph type="pic" idx="9"/>
          </p:nvPr>
        </p:nvSpPr>
        <p:spPr>
          <a:xfrm>
            <a:off x="6927897" y="4652649"/>
            <a:ext cx="2191500" cy="2046900"/>
          </a:xfrm>
          <a:prstGeom prst="rect">
            <a:avLst/>
          </a:prstGeom>
          <a:noFill/>
          <a:ln>
            <a:noFill/>
          </a:ln>
        </p:spPr>
      </p:sp>
      <p:sp>
        <p:nvSpPr>
          <p:cNvPr id="211" name="Google Shape;211;p33"/>
          <p:cNvSpPr>
            <a:spLocks noGrp="1"/>
          </p:cNvSpPr>
          <p:nvPr>
            <p:ph type="pic" idx="13"/>
          </p:nvPr>
        </p:nvSpPr>
        <p:spPr>
          <a:xfrm>
            <a:off x="9336343" y="4652649"/>
            <a:ext cx="2191500" cy="2046900"/>
          </a:xfrm>
          <a:prstGeom prst="rect">
            <a:avLst/>
          </a:prstGeom>
          <a:noFill/>
          <a:ln>
            <a:noFill/>
          </a:ln>
        </p:spPr>
      </p:sp>
    </p:spTree>
  </p:cSld>
  <p:clrMapOvr>
    <a:masterClrMapping/>
  </p:clrMapOvr>
  <p:extLst>
    <p:ext uri="{DCECCB84-F9BA-43D5-87BE-67443E8EF086}">
      <p15:sldGuideLst xmlns:p15="http://schemas.microsoft.com/office/powerpoint/2012/main">
        <p15:guide id="1" pos="7418">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ver" type="title">
  <p:cSld name="TITLE">
    <p:bg>
      <p:bgPr>
        <a:solidFill>
          <a:schemeClr val="accent4"/>
        </a:solidFill>
        <a:effectLst/>
      </p:bgPr>
    </p:bg>
    <p:spTree>
      <p:nvGrpSpPr>
        <p:cNvPr id="1" name="Shape 212"/>
        <p:cNvGrpSpPr/>
        <p:nvPr/>
      </p:nvGrpSpPr>
      <p:grpSpPr>
        <a:xfrm>
          <a:off x="0" y="0"/>
          <a:ext cx="0" cy="0"/>
          <a:chOff x="0" y="0"/>
          <a:chExt cx="0" cy="0"/>
        </a:xfrm>
      </p:grpSpPr>
      <p:sp>
        <p:nvSpPr>
          <p:cNvPr id="213" name="Google Shape;213;p34"/>
          <p:cNvSpPr>
            <a:spLocks noGrp="1"/>
          </p:cNvSpPr>
          <p:nvPr>
            <p:ph type="pic" idx="2"/>
          </p:nvPr>
        </p:nvSpPr>
        <p:spPr>
          <a:xfrm>
            <a:off x="8198100" y="0"/>
            <a:ext cx="3993900" cy="1900800"/>
          </a:xfrm>
          <a:prstGeom prst="rect">
            <a:avLst/>
          </a:prstGeom>
          <a:noFill/>
          <a:ln>
            <a:noFill/>
          </a:ln>
        </p:spPr>
      </p:sp>
      <p:sp>
        <p:nvSpPr>
          <p:cNvPr id="214" name="Google Shape;214;p34"/>
          <p:cNvSpPr>
            <a:spLocks noGrp="1"/>
          </p:cNvSpPr>
          <p:nvPr>
            <p:ph type="pic" idx="3"/>
          </p:nvPr>
        </p:nvSpPr>
        <p:spPr>
          <a:xfrm>
            <a:off x="8198100" y="5071200"/>
            <a:ext cx="3993900" cy="1790400"/>
          </a:xfrm>
          <a:prstGeom prst="rect">
            <a:avLst/>
          </a:prstGeom>
          <a:noFill/>
          <a:ln>
            <a:noFill/>
          </a:ln>
        </p:spPr>
      </p:sp>
      <p:sp>
        <p:nvSpPr>
          <p:cNvPr id="215" name="Google Shape;215;p34"/>
          <p:cNvSpPr txBox="1">
            <a:spLocks noGrp="1"/>
          </p:cNvSpPr>
          <p:nvPr>
            <p:ph type="title"/>
          </p:nvPr>
        </p:nvSpPr>
        <p:spPr>
          <a:xfrm>
            <a:off x="987591" y="1"/>
            <a:ext cx="4707900" cy="1449300"/>
          </a:xfrm>
          <a:prstGeom prst="rect">
            <a:avLst/>
          </a:prstGeom>
        </p:spPr>
        <p:txBody>
          <a:bodyPr spcFirstLastPara="1" wrap="square" lIns="0" tIns="0" rIns="0" bIns="0" anchor="b" anchorCtr="0">
            <a:noAutofit/>
          </a:bodyPr>
          <a:lstStyle>
            <a:lvl1pPr lvl="0">
              <a:spcBef>
                <a:spcPts val="0"/>
              </a:spcBef>
              <a:spcAft>
                <a:spcPts val="0"/>
              </a:spcAft>
              <a:buSzPts val="3700"/>
              <a:buFont typeface="Work Sans"/>
              <a:buNone/>
              <a:defRPr>
                <a:latin typeface="Work Sans"/>
                <a:ea typeface="Work Sans"/>
                <a:cs typeface="Work Sans"/>
                <a:sym typeface="Work Sans"/>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16" name="Google Shape;216;p34"/>
          <p:cNvSpPr>
            <a:spLocks noGrp="1"/>
          </p:cNvSpPr>
          <p:nvPr>
            <p:ph type="pic" idx="4"/>
          </p:nvPr>
        </p:nvSpPr>
        <p:spPr>
          <a:xfrm>
            <a:off x="3950400" y="5071200"/>
            <a:ext cx="4247700" cy="1790400"/>
          </a:xfrm>
          <a:prstGeom prst="rect">
            <a:avLst/>
          </a:prstGeom>
          <a:noFill/>
          <a:ln>
            <a:noFill/>
          </a:ln>
        </p:spPr>
      </p:sp>
      <p:sp>
        <p:nvSpPr>
          <p:cNvPr id="217" name="Google Shape;217;p34"/>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218" name="Google Shape;218;p34"/>
          <p:cNvSpPr>
            <a:spLocks noGrp="1"/>
          </p:cNvSpPr>
          <p:nvPr>
            <p:ph type="pic" idx="5"/>
          </p:nvPr>
        </p:nvSpPr>
        <p:spPr>
          <a:xfrm>
            <a:off x="886000" y="1788700"/>
            <a:ext cx="5108400" cy="24444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able of Contents" type="secHead">
  <p:cSld name="SECTION_HEADER">
    <p:bg>
      <p:bgPr>
        <a:solidFill>
          <a:schemeClr val="accent1"/>
        </a:solidFill>
        <a:effectLst/>
      </p:bgPr>
    </p:bg>
    <p:spTree>
      <p:nvGrpSpPr>
        <p:cNvPr id="1" name="Shape 219"/>
        <p:cNvGrpSpPr/>
        <p:nvPr/>
      </p:nvGrpSpPr>
      <p:grpSpPr>
        <a:xfrm>
          <a:off x="0" y="0"/>
          <a:ext cx="0" cy="0"/>
          <a:chOff x="0" y="0"/>
          <a:chExt cx="0" cy="0"/>
        </a:xfrm>
      </p:grpSpPr>
      <p:sp>
        <p:nvSpPr>
          <p:cNvPr id="220" name="Google Shape;220;p35"/>
          <p:cNvSpPr/>
          <p:nvPr/>
        </p:nvSpPr>
        <p:spPr>
          <a:xfrm rot="5400000">
            <a:off x="3226400" y="-2604733"/>
            <a:ext cx="5702100" cy="115455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1" name="Google Shape;221;p35"/>
          <p:cNvSpPr txBox="1">
            <a:spLocks noGrp="1"/>
          </p:cNvSpPr>
          <p:nvPr>
            <p:ph type="title"/>
          </p:nvPr>
        </p:nvSpPr>
        <p:spPr>
          <a:xfrm>
            <a:off x="585216" y="609600"/>
            <a:ext cx="10936500" cy="4647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222" name="Google Shape;222;p35"/>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l" rtl="0">
              <a:spcBef>
                <a:spcPts val="0"/>
              </a:spcBef>
              <a:spcAft>
                <a:spcPts val="0"/>
              </a:spcAft>
              <a:buNone/>
            </a:pPr>
            <a:fld id="{00000000-1234-1234-1234-123412341234}" type="slidenum">
              <a:rPr lang="en-US"/>
              <a:t>‹#›</a:t>
            </a:fld>
            <a:endParaRPr/>
          </a:p>
        </p:txBody>
      </p:sp>
      <p:sp>
        <p:nvSpPr>
          <p:cNvPr id="223" name="Google Shape;223;p35"/>
          <p:cNvSpPr txBox="1">
            <a:spLocks noGrp="1"/>
          </p:cNvSpPr>
          <p:nvPr>
            <p:ph type="body" idx="1"/>
          </p:nvPr>
        </p:nvSpPr>
        <p:spPr>
          <a:xfrm>
            <a:off x="606133" y="2087447"/>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24" name="Google Shape;224;p35"/>
          <p:cNvSpPr txBox="1">
            <a:spLocks noGrp="1"/>
          </p:cNvSpPr>
          <p:nvPr>
            <p:ph type="body" idx="2"/>
          </p:nvPr>
        </p:nvSpPr>
        <p:spPr>
          <a:xfrm>
            <a:off x="917233" y="2254647"/>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25" name="Google Shape;225;p35"/>
          <p:cNvSpPr txBox="1">
            <a:spLocks noGrp="1"/>
          </p:cNvSpPr>
          <p:nvPr>
            <p:ph type="body" idx="3"/>
          </p:nvPr>
        </p:nvSpPr>
        <p:spPr>
          <a:xfrm>
            <a:off x="606133" y="3355221"/>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26" name="Google Shape;226;p35"/>
          <p:cNvSpPr txBox="1">
            <a:spLocks noGrp="1"/>
          </p:cNvSpPr>
          <p:nvPr>
            <p:ph type="body" idx="4"/>
          </p:nvPr>
        </p:nvSpPr>
        <p:spPr>
          <a:xfrm>
            <a:off x="917233" y="3522421"/>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27" name="Google Shape;227;p35"/>
          <p:cNvSpPr txBox="1">
            <a:spLocks noGrp="1"/>
          </p:cNvSpPr>
          <p:nvPr>
            <p:ph type="body" idx="5"/>
          </p:nvPr>
        </p:nvSpPr>
        <p:spPr>
          <a:xfrm>
            <a:off x="3579900" y="2087447"/>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28" name="Google Shape;228;p35"/>
          <p:cNvSpPr txBox="1">
            <a:spLocks noGrp="1"/>
          </p:cNvSpPr>
          <p:nvPr>
            <p:ph type="body" idx="6"/>
          </p:nvPr>
        </p:nvSpPr>
        <p:spPr>
          <a:xfrm>
            <a:off x="3891000" y="2254647"/>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29" name="Google Shape;229;p35"/>
          <p:cNvSpPr txBox="1">
            <a:spLocks noGrp="1"/>
          </p:cNvSpPr>
          <p:nvPr>
            <p:ph type="body" idx="7"/>
          </p:nvPr>
        </p:nvSpPr>
        <p:spPr>
          <a:xfrm>
            <a:off x="3579900" y="3355221"/>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30" name="Google Shape;230;p35"/>
          <p:cNvSpPr txBox="1">
            <a:spLocks noGrp="1"/>
          </p:cNvSpPr>
          <p:nvPr>
            <p:ph type="body" idx="8"/>
          </p:nvPr>
        </p:nvSpPr>
        <p:spPr>
          <a:xfrm>
            <a:off x="3891000" y="3522421"/>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31" name="Google Shape;231;p35"/>
          <p:cNvSpPr txBox="1">
            <a:spLocks noGrp="1"/>
          </p:cNvSpPr>
          <p:nvPr>
            <p:ph type="body" idx="9"/>
          </p:nvPr>
        </p:nvSpPr>
        <p:spPr>
          <a:xfrm>
            <a:off x="6535200" y="2087447"/>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32" name="Google Shape;232;p35"/>
          <p:cNvSpPr txBox="1">
            <a:spLocks noGrp="1"/>
          </p:cNvSpPr>
          <p:nvPr>
            <p:ph type="body" idx="13"/>
          </p:nvPr>
        </p:nvSpPr>
        <p:spPr>
          <a:xfrm>
            <a:off x="6846300" y="2254647"/>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33" name="Google Shape;233;p35"/>
          <p:cNvSpPr txBox="1">
            <a:spLocks noGrp="1"/>
          </p:cNvSpPr>
          <p:nvPr>
            <p:ph type="body" idx="14"/>
          </p:nvPr>
        </p:nvSpPr>
        <p:spPr>
          <a:xfrm>
            <a:off x="6535200" y="3355221"/>
            <a:ext cx="20649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34" name="Google Shape;234;p35"/>
          <p:cNvSpPr txBox="1">
            <a:spLocks noGrp="1"/>
          </p:cNvSpPr>
          <p:nvPr>
            <p:ph type="body" idx="15"/>
          </p:nvPr>
        </p:nvSpPr>
        <p:spPr>
          <a:xfrm>
            <a:off x="6846300" y="3522421"/>
            <a:ext cx="17535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35" name="Google Shape;235;p35"/>
          <p:cNvSpPr txBox="1">
            <a:spLocks noGrp="1"/>
          </p:cNvSpPr>
          <p:nvPr>
            <p:ph type="body" idx="16"/>
          </p:nvPr>
        </p:nvSpPr>
        <p:spPr>
          <a:xfrm>
            <a:off x="9490500" y="2087447"/>
            <a:ext cx="20556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36" name="Google Shape;236;p35"/>
          <p:cNvSpPr txBox="1">
            <a:spLocks noGrp="1"/>
          </p:cNvSpPr>
          <p:nvPr>
            <p:ph type="body" idx="17"/>
          </p:nvPr>
        </p:nvSpPr>
        <p:spPr>
          <a:xfrm>
            <a:off x="9800199" y="2254647"/>
            <a:ext cx="17457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37" name="Google Shape;237;p35"/>
          <p:cNvSpPr txBox="1">
            <a:spLocks noGrp="1"/>
          </p:cNvSpPr>
          <p:nvPr>
            <p:ph type="body" idx="18"/>
          </p:nvPr>
        </p:nvSpPr>
        <p:spPr>
          <a:xfrm>
            <a:off x="9490500" y="3355221"/>
            <a:ext cx="20556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1pPr>
            <a:lvl2pPr marL="914400" lvl="1"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2pPr>
            <a:lvl3pPr marL="1371600" lvl="2"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3pPr>
            <a:lvl4pPr marL="1828800" lvl="3"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4pPr>
            <a:lvl5pPr marL="2286000" lvl="4"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5pPr>
            <a:lvl6pPr marL="2743200" lvl="5"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6pPr>
            <a:lvl7pPr marL="3200400" lvl="6"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7pPr>
            <a:lvl8pPr marL="3657600" lvl="7"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8pPr>
            <a:lvl9pPr marL="4114800" lvl="8" indent="-298450">
              <a:spcBef>
                <a:spcPts val="0"/>
              </a:spcBef>
              <a:spcAft>
                <a:spcPts val="0"/>
              </a:spcAft>
              <a:buClr>
                <a:schemeClr val="dk1"/>
              </a:buClr>
              <a:buSzPts val="1100"/>
              <a:buFont typeface="Work Sans Black"/>
              <a:buChar char="■"/>
              <a:defRPr>
                <a:latin typeface="Work Sans Black"/>
                <a:ea typeface="Work Sans Black"/>
                <a:cs typeface="Work Sans Black"/>
                <a:sym typeface="Work Sans Black"/>
              </a:defRPr>
            </a:lvl9pPr>
          </a:lstStyle>
          <a:p>
            <a:endParaRPr/>
          </a:p>
        </p:txBody>
      </p:sp>
      <p:sp>
        <p:nvSpPr>
          <p:cNvPr id="238" name="Google Shape;238;p35"/>
          <p:cNvSpPr txBox="1">
            <a:spLocks noGrp="1"/>
          </p:cNvSpPr>
          <p:nvPr>
            <p:ph type="body" idx="19"/>
          </p:nvPr>
        </p:nvSpPr>
        <p:spPr>
          <a:xfrm>
            <a:off x="9800199" y="3522421"/>
            <a:ext cx="1745700" cy="167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239" name="Google Shape;239;p35"/>
          <p:cNvSpPr txBox="1">
            <a:spLocks noGrp="1"/>
          </p:cNvSpPr>
          <p:nvPr>
            <p:ph type="body" idx="20"/>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240" name="Google Shape;240;p35"/>
          <p:cNvSpPr txBox="1">
            <a:spLocks noGrp="1"/>
          </p:cNvSpPr>
          <p:nvPr>
            <p:ph type="body" idx="21"/>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241" name="Google Shape;241;p35"/>
          <p:cNvSpPr txBox="1">
            <a:spLocks noGrp="1"/>
          </p:cNvSpPr>
          <p:nvPr>
            <p:ph type="body" idx="22"/>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SzPts val="1100"/>
              <a:buChar char="●"/>
              <a:defRPr/>
            </a:lvl1pPr>
            <a:lvl2pPr marL="914400" lvl="1" indent="-298450" algn="r">
              <a:spcBef>
                <a:spcPts val="0"/>
              </a:spcBef>
              <a:spcAft>
                <a:spcPts val="0"/>
              </a:spcAft>
              <a:buSzPts val="1100"/>
              <a:buChar char="○"/>
              <a:defRPr/>
            </a:lvl2pPr>
            <a:lvl3pPr marL="1371600" lvl="2" indent="-298450" algn="r">
              <a:spcBef>
                <a:spcPts val="0"/>
              </a:spcBef>
              <a:spcAft>
                <a:spcPts val="0"/>
              </a:spcAft>
              <a:buSzPts val="1100"/>
              <a:buChar char="■"/>
              <a:defRPr/>
            </a:lvl3pPr>
            <a:lvl4pPr marL="1828800" lvl="3" indent="-298450" algn="r">
              <a:spcBef>
                <a:spcPts val="0"/>
              </a:spcBef>
              <a:spcAft>
                <a:spcPts val="0"/>
              </a:spcAft>
              <a:buSzPts val="1100"/>
              <a:buChar char="●"/>
              <a:defRPr/>
            </a:lvl4pPr>
            <a:lvl5pPr marL="2286000" lvl="4" indent="-298450" algn="r">
              <a:spcBef>
                <a:spcPts val="0"/>
              </a:spcBef>
              <a:spcAft>
                <a:spcPts val="0"/>
              </a:spcAft>
              <a:buSzPts val="1100"/>
              <a:buChar char="○"/>
              <a:defRPr/>
            </a:lvl5pPr>
            <a:lvl6pPr marL="2743200" lvl="5" indent="-298450" algn="r">
              <a:spcBef>
                <a:spcPts val="0"/>
              </a:spcBef>
              <a:spcAft>
                <a:spcPts val="0"/>
              </a:spcAft>
              <a:buSzPts val="1100"/>
              <a:buChar char="■"/>
              <a:defRPr/>
            </a:lvl6pPr>
            <a:lvl7pPr marL="3200400" lvl="6" indent="-298450" algn="r">
              <a:spcBef>
                <a:spcPts val="0"/>
              </a:spcBef>
              <a:spcAft>
                <a:spcPts val="0"/>
              </a:spcAft>
              <a:buSzPts val="1100"/>
              <a:buChar char="●"/>
              <a:defRPr/>
            </a:lvl7pPr>
            <a:lvl8pPr marL="3657600" lvl="7" indent="-298450" algn="r">
              <a:spcBef>
                <a:spcPts val="0"/>
              </a:spcBef>
              <a:spcAft>
                <a:spcPts val="0"/>
              </a:spcAft>
              <a:buSzPts val="1100"/>
              <a:buChar char="○"/>
              <a:defRPr/>
            </a:lvl8pPr>
            <a:lvl9pPr marL="4114800" lvl="8" indent="-298450" algn="r">
              <a:spcBef>
                <a:spcPts val="0"/>
              </a:spcBef>
              <a:spcAft>
                <a:spcPts val="0"/>
              </a:spcAft>
              <a:buSzPts val="1100"/>
              <a:buChar char="■"/>
              <a:defRPr/>
            </a:lvl9pPr>
          </a:lstStyle>
          <a:p>
            <a:endParaRPr/>
          </a:p>
        </p:txBody>
      </p:sp>
      <p:cxnSp>
        <p:nvCxnSpPr>
          <p:cNvPr id="242" name="Google Shape;242;p35"/>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pos="382">
          <p15:clr>
            <a:srgbClr val="E46962"/>
          </p15:clr>
        </p15:guide>
        <p15:guide id="2" pos="7273">
          <p15:clr>
            <a:srgbClr val="E46962"/>
          </p15:clr>
        </p15:guide>
        <p15:guide id="3" pos="2250">
          <p15:clr>
            <a:srgbClr val="E46962"/>
          </p15:clr>
        </p15:guide>
        <p15:guide id="4" pos="4117">
          <p15:clr>
            <a:srgbClr val="E46962"/>
          </p15:clr>
        </p15:guide>
        <p15:guide id="5" pos="5978">
          <p15:clr>
            <a:srgbClr val="E46962"/>
          </p15:clr>
        </p15:guide>
        <p15:guide id="6" pos="1682">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ree Point Summary" type="tx">
  <p:cSld name="TITLE_AND_BODY">
    <p:spTree>
      <p:nvGrpSpPr>
        <p:cNvPr id="1" name="Shape 243"/>
        <p:cNvGrpSpPr/>
        <p:nvPr/>
      </p:nvGrpSpPr>
      <p:grpSpPr>
        <a:xfrm>
          <a:off x="0" y="0"/>
          <a:ext cx="0" cy="0"/>
          <a:chOff x="0" y="0"/>
          <a:chExt cx="0" cy="0"/>
        </a:xfrm>
      </p:grpSpPr>
      <p:sp>
        <p:nvSpPr>
          <p:cNvPr id="244" name="Google Shape;244;p36"/>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5" name="Google Shape;245;p36"/>
          <p:cNvSpPr txBox="1">
            <a:spLocks noGrp="1"/>
          </p:cNvSpPr>
          <p:nvPr>
            <p:ph type="title"/>
          </p:nvPr>
        </p:nvSpPr>
        <p:spPr>
          <a:xfrm>
            <a:off x="587550" y="816892"/>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dk1"/>
              </a:buClr>
              <a:buSzPts val="3700"/>
              <a:buFont typeface="Work Sans Black"/>
              <a:buNone/>
              <a:defRPr>
                <a:solidFill>
                  <a:schemeClr val="dk1"/>
                </a:solidFill>
              </a:defRPr>
            </a:lvl2pPr>
            <a:lvl3pPr lvl="2">
              <a:spcBef>
                <a:spcPts val="0"/>
              </a:spcBef>
              <a:spcAft>
                <a:spcPts val="0"/>
              </a:spcAft>
              <a:buClr>
                <a:schemeClr val="dk1"/>
              </a:buClr>
              <a:buSzPts val="3700"/>
              <a:buFont typeface="Work Sans Black"/>
              <a:buNone/>
              <a:defRPr>
                <a:solidFill>
                  <a:schemeClr val="dk1"/>
                </a:solidFill>
              </a:defRPr>
            </a:lvl3pPr>
            <a:lvl4pPr lvl="3">
              <a:spcBef>
                <a:spcPts val="0"/>
              </a:spcBef>
              <a:spcAft>
                <a:spcPts val="0"/>
              </a:spcAft>
              <a:buClr>
                <a:schemeClr val="dk1"/>
              </a:buClr>
              <a:buSzPts val="3700"/>
              <a:buFont typeface="Work Sans Black"/>
              <a:buNone/>
              <a:defRPr>
                <a:solidFill>
                  <a:schemeClr val="dk1"/>
                </a:solidFill>
              </a:defRPr>
            </a:lvl4pPr>
            <a:lvl5pPr lvl="4">
              <a:spcBef>
                <a:spcPts val="0"/>
              </a:spcBef>
              <a:spcAft>
                <a:spcPts val="0"/>
              </a:spcAft>
              <a:buClr>
                <a:schemeClr val="dk1"/>
              </a:buClr>
              <a:buSzPts val="3700"/>
              <a:buFont typeface="Work Sans Black"/>
              <a:buNone/>
              <a:defRPr>
                <a:solidFill>
                  <a:schemeClr val="dk1"/>
                </a:solidFill>
              </a:defRPr>
            </a:lvl5pPr>
            <a:lvl6pPr lvl="5">
              <a:spcBef>
                <a:spcPts val="0"/>
              </a:spcBef>
              <a:spcAft>
                <a:spcPts val="0"/>
              </a:spcAft>
              <a:buClr>
                <a:schemeClr val="dk1"/>
              </a:buClr>
              <a:buSzPts val="3700"/>
              <a:buFont typeface="Work Sans Black"/>
              <a:buNone/>
              <a:defRPr>
                <a:solidFill>
                  <a:schemeClr val="dk1"/>
                </a:solidFill>
              </a:defRPr>
            </a:lvl6pPr>
            <a:lvl7pPr lvl="6">
              <a:spcBef>
                <a:spcPts val="0"/>
              </a:spcBef>
              <a:spcAft>
                <a:spcPts val="0"/>
              </a:spcAft>
              <a:buClr>
                <a:schemeClr val="dk1"/>
              </a:buClr>
              <a:buSzPts val="3700"/>
              <a:buFont typeface="Work Sans Black"/>
              <a:buNone/>
              <a:defRPr>
                <a:solidFill>
                  <a:schemeClr val="dk1"/>
                </a:solidFill>
              </a:defRPr>
            </a:lvl7pPr>
            <a:lvl8pPr lvl="7">
              <a:spcBef>
                <a:spcPts val="0"/>
              </a:spcBef>
              <a:spcAft>
                <a:spcPts val="0"/>
              </a:spcAft>
              <a:buClr>
                <a:schemeClr val="dk1"/>
              </a:buClr>
              <a:buSzPts val="3700"/>
              <a:buFont typeface="Work Sans Black"/>
              <a:buNone/>
              <a:defRPr>
                <a:solidFill>
                  <a:schemeClr val="dk1"/>
                </a:solidFill>
              </a:defRPr>
            </a:lvl8pPr>
            <a:lvl9pPr lvl="8">
              <a:spcBef>
                <a:spcPts val="0"/>
              </a:spcBef>
              <a:spcAft>
                <a:spcPts val="0"/>
              </a:spcAft>
              <a:buClr>
                <a:schemeClr val="dk1"/>
              </a:buClr>
              <a:buSzPts val="3700"/>
              <a:buFont typeface="Work Sans Black"/>
              <a:buNone/>
              <a:defRPr>
                <a:solidFill>
                  <a:schemeClr val="dk1"/>
                </a:solidFill>
              </a:defRPr>
            </a:lvl9pPr>
          </a:lstStyle>
          <a:p>
            <a:endParaRPr/>
          </a:p>
        </p:txBody>
      </p:sp>
      <p:sp>
        <p:nvSpPr>
          <p:cNvPr id="246" name="Google Shape;246;p36"/>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247" name="Google Shape;247;p36"/>
          <p:cNvSpPr>
            <a:spLocks noGrp="1"/>
          </p:cNvSpPr>
          <p:nvPr>
            <p:ph type="pic" idx="2"/>
          </p:nvPr>
        </p:nvSpPr>
        <p:spPr>
          <a:xfrm>
            <a:off x="608033" y="2851234"/>
            <a:ext cx="2354700" cy="1586400"/>
          </a:xfrm>
          <a:prstGeom prst="rect">
            <a:avLst/>
          </a:prstGeom>
          <a:noFill/>
          <a:ln>
            <a:noFill/>
          </a:ln>
        </p:spPr>
      </p:sp>
      <p:sp>
        <p:nvSpPr>
          <p:cNvPr id="248" name="Google Shape;248;p36"/>
          <p:cNvSpPr txBox="1">
            <a:spLocks noGrp="1"/>
          </p:cNvSpPr>
          <p:nvPr>
            <p:ph type="subTitle" idx="3"/>
          </p:nvPr>
        </p:nvSpPr>
        <p:spPr>
          <a:xfrm>
            <a:off x="604433" y="4707299"/>
            <a:ext cx="3044700" cy="225600"/>
          </a:xfrm>
          <a:prstGeom prst="rect">
            <a:avLst/>
          </a:prstGeom>
        </p:spPr>
        <p:txBody>
          <a:bodyPr spcFirstLastPara="1" wrap="square" lIns="0" tIns="0" rIns="0" bIns="0" anchor="b" anchorCtr="0">
            <a:noAutofit/>
          </a:bodyPr>
          <a:lstStyle>
            <a:lvl1pPr lvl="0">
              <a:spcBef>
                <a:spcPts val="0"/>
              </a:spcBef>
              <a:spcAft>
                <a:spcPts val="0"/>
              </a:spcAft>
              <a:buClr>
                <a:schemeClr val="lt2"/>
              </a:buClr>
              <a:buSzPts val="1500"/>
              <a:buFont typeface="Work Sans Black"/>
              <a:buNone/>
              <a:defRPr/>
            </a:lvl1pPr>
            <a:lvl2pPr lvl="1">
              <a:spcBef>
                <a:spcPts val="0"/>
              </a:spcBef>
              <a:spcAft>
                <a:spcPts val="0"/>
              </a:spcAft>
              <a:buClr>
                <a:schemeClr val="lt2"/>
              </a:buClr>
              <a:buSzPts val="1500"/>
              <a:buFont typeface="Work Sans Black"/>
              <a:buNone/>
              <a:defRPr/>
            </a:lvl2pPr>
            <a:lvl3pPr lvl="2">
              <a:spcBef>
                <a:spcPts val="0"/>
              </a:spcBef>
              <a:spcAft>
                <a:spcPts val="0"/>
              </a:spcAft>
              <a:buClr>
                <a:schemeClr val="lt2"/>
              </a:buClr>
              <a:buSzPts val="1500"/>
              <a:buFont typeface="Work Sans Black"/>
              <a:buNone/>
              <a:defRPr/>
            </a:lvl3pPr>
            <a:lvl4pPr lvl="3">
              <a:spcBef>
                <a:spcPts val="0"/>
              </a:spcBef>
              <a:spcAft>
                <a:spcPts val="0"/>
              </a:spcAft>
              <a:buClr>
                <a:schemeClr val="lt2"/>
              </a:buClr>
              <a:buSzPts val="1500"/>
              <a:buFont typeface="Work Sans Black"/>
              <a:buNone/>
              <a:defRPr/>
            </a:lvl4pPr>
            <a:lvl5pPr lvl="4">
              <a:spcBef>
                <a:spcPts val="0"/>
              </a:spcBef>
              <a:spcAft>
                <a:spcPts val="0"/>
              </a:spcAft>
              <a:buClr>
                <a:schemeClr val="lt2"/>
              </a:buClr>
              <a:buSzPts val="1500"/>
              <a:buFont typeface="Work Sans Black"/>
              <a:buNone/>
              <a:defRPr/>
            </a:lvl5pPr>
            <a:lvl6pPr lvl="5">
              <a:spcBef>
                <a:spcPts val="0"/>
              </a:spcBef>
              <a:spcAft>
                <a:spcPts val="0"/>
              </a:spcAft>
              <a:buClr>
                <a:schemeClr val="lt2"/>
              </a:buClr>
              <a:buSzPts val="1500"/>
              <a:buFont typeface="Work Sans Black"/>
              <a:buNone/>
              <a:defRPr/>
            </a:lvl6pPr>
            <a:lvl7pPr lvl="6">
              <a:spcBef>
                <a:spcPts val="0"/>
              </a:spcBef>
              <a:spcAft>
                <a:spcPts val="0"/>
              </a:spcAft>
              <a:buClr>
                <a:schemeClr val="lt2"/>
              </a:buClr>
              <a:buSzPts val="1500"/>
              <a:buFont typeface="Work Sans Black"/>
              <a:buNone/>
              <a:defRPr/>
            </a:lvl7pPr>
            <a:lvl8pPr lvl="7">
              <a:spcBef>
                <a:spcPts val="0"/>
              </a:spcBef>
              <a:spcAft>
                <a:spcPts val="0"/>
              </a:spcAft>
              <a:buClr>
                <a:schemeClr val="lt2"/>
              </a:buClr>
              <a:buSzPts val="1500"/>
              <a:buFont typeface="Work Sans Black"/>
              <a:buNone/>
              <a:defRPr/>
            </a:lvl8pPr>
            <a:lvl9pPr lvl="8">
              <a:spcBef>
                <a:spcPts val="0"/>
              </a:spcBef>
              <a:spcAft>
                <a:spcPts val="0"/>
              </a:spcAft>
              <a:buClr>
                <a:schemeClr val="lt2"/>
              </a:buClr>
              <a:buSzPts val="1500"/>
              <a:buFont typeface="Work Sans Black"/>
              <a:buNone/>
              <a:defRPr/>
            </a:lvl9pPr>
          </a:lstStyle>
          <a:p>
            <a:endParaRPr/>
          </a:p>
        </p:txBody>
      </p:sp>
      <p:sp>
        <p:nvSpPr>
          <p:cNvPr id="249" name="Google Shape;249;p36"/>
          <p:cNvSpPr/>
          <p:nvPr/>
        </p:nvSpPr>
        <p:spPr>
          <a:xfrm rot="5400000">
            <a:off x="3225883"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0" name="Google Shape;250;p36"/>
          <p:cNvSpPr txBox="1">
            <a:spLocks noGrp="1"/>
          </p:cNvSpPr>
          <p:nvPr>
            <p:ph type="body" idx="4"/>
          </p:nvPr>
        </p:nvSpPr>
        <p:spPr>
          <a:xfrm>
            <a:off x="4549533" y="5071200"/>
            <a:ext cx="3036000" cy="6648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251" name="Google Shape;251;p36"/>
          <p:cNvSpPr>
            <a:spLocks noGrp="1"/>
          </p:cNvSpPr>
          <p:nvPr>
            <p:ph type="pic" idx="5"/>
          </p:nvPr>
        </p:nvSpPr>
        <p:spPr>
          <a:xfrm>
            <a:off x="4558133" y="2851200"/>
            <a:ext cx="2354700" cy="1586400"/>
          </a:xfrm>
          <a:prstGeom prst="rect">
            <a:avLst/>
          </a:prstGeom>
          <a:noFill/>
          <a:ln>
            <a:noFill/>
          </a:ln>
        </p:spPr>
      </p:sp>
      <p:sp>
        <p:nvSpPr>
          <p:cNvPr id="252" name="Google Shape;252;p36"/>
          <p:cNvSpPr txBox="1">
            <a:spLocks noGrp="1"/>
          </p:cNvSpPr>
          <p:nvPr>
            <p:ph type="subTitle" idx="6"/>
          </p:nvPr>
        </p:nvSpPr>
        <p:spPr>
          <a:xfrm>
            <a:off x="4554533" y="4707299"/>
            <a:ext cx="3044700" cy="225600"/>
          </a:xfrm>
          <a:prstGeom prst="rect">
            <a:avLst/>
          </a:prstGeom>
        </p:spPr>
        <p:txBody>
          <a:bodyPr spcFirstLastPara="1" wrap="square" lIns="0" tIns="0" rIns="0" bIns="0" anchor="b" anchorCtr="0">
            <a:noAutofit/>
          </a:bodyPr>
          <a:lstStyle>
            <a:lvl1pPr lvl="0">
              <a:spcBef>
                <a:spcPts val="0"/>
              </a:spcBef>
              <a:spcAft>
                <a:spcPts val="0"/>
              </a:spcAft>
              <a:buClr>
                <a:schemeClr val="lt2"/>
              </a:buClr>
              <a:buSzPts val="1500"/>
              <a:buFont typeface="Work Sans Black"/>
              <a:buNone/>
              <a:defRPr/>
            </a:lvl1pPr>
            <a:lvl2pPr lvl="1">
              <a:spcBef>
                <a:spcPts val="0"/>
              </a:spcBef>
              <a:spcAft>
                <a:spcPts val="0"/>
              </a:spcAft>
              <a:buClr>
                <a:schemeClr val="lt2"/>
              </a:buClr>
              <a:buSzPts val="1500"/>
              <a:buFont typeface="Work Sans Black"/>
              <a:buNone/>
              <a:defRPr/>
            </a:lvl2pPr>
            <a:lvl3pPr lvl="2">
              <a:spcBef>
                <a:spcPts val="0"/>
              </a:spcBef>
              <a:spcAft>
                <a:spcPts val="0"/>
              </a:spcAft>
              <a:buClr>
                <a:schemeClr val="lt2"/>
              </a:buClr>
              <a:buSzPts val="1500"/>
              <a:buFont typeface="Work Sans Black"/>
              <a:buNone/>
              <a:defRPr/>
            </a:lvl3pPr>
            <a:lvl4pPr lvl="3">
              <a:spcBef>
                <a:spcPts val="0"/>
              </a:spcBef>
              <a:spcAft>
                <a:spcPts val="0"/>
              </a:spcAft>
              <a:buClr>
                <a:schemeClr val="lt2"/>
              </a:buClr>
              <a:buSzPts val="1500"/>
              <a:buFont typeface="Work Sans Black"/>
              <a:buNone/>
              <a:defRPr/>
            </a:lvl4pPr>
            <a:lvl5pPr lvl="4">
              <a:spcBef>
                <a:spcPts val="0"/>
              </a:spcBef>
              <a:spcAft>
                <a:spcPts val="0"/>
              </a:spcAft>
              <a:buClr>
                <a:schemeClr val="lt2"/>
              </a:buClr>
              <a:buSzPts val="1500"/>
              <a:buFont typeface="Work Sans Black"/>
              <a:buNone/>
              <a:defRPr/>
            </a:lvl5pPr>
            <a:lvl6pPr lvl="5">
              <a:spcBef>
                <a:spcPts val="0"/>
              </a:spcBef>
              <a:spcAft>
                <a:spcPts val="0"/>
              </a:spcAft>
              <a:buClr>
                <a:schemeClr val="lt2"/>
              </a:buClr>
              <a:buSzPts val="1500"/>
              <a:buFont typeface="Work Sans Black"/>
              <a:buNone/>
              <a:defRPr/>
            </a:lvl6pPr>
            <a:lvl7pPr lvl="6">
              <a:spcBef>
                <a:spcPts val="0"/>
              </a:spcBef>
              <a:spcAft>
                <a:spcPts val="0"/>
              </a:spcAft>
              <a:buClr>
                <a:schemeClr val="lt2"/>
              </a:buClr>
              <a:buSzPts val="1500"/>
              <a:buFont typeface="Work Sans Black"/>
              <a:buNone/>
              <a:defRPr/>
            </a:lvl7pPr>
            <a:lvl8pPr lvl="7">
              <a:spcBef>
                <a:spcPts val="0"/>
              </a:spcBef>
              <a:spcAft>
                <a:spcPts val="0"/>
              </a:spcAft>
              <a:buClr>
                <a:schemeClr val="lt2"/>
              </a:buClr>
              <a:buSzPts val="1500"/>
              <a:buFont typeface="Work Sans Black"/>
              <a:buNone/>
              <a:defRPr/>
            </a:lvl8pPr>
            <a:lvl9pPr lvl="8">
              <a:spcBef>
                <a:spcPts val="0"/>
              </a:spcBef>
              <a:spcAft>
                <a:spcPts val="0"/>
              </a:spcAft>
              <a:buClr>
                <a:schemeClr val="lt2"/>
              </a:buClr>
              <a:buSzPts val="1500"/>
              <a:buFont typeface="Work Sans Black"/>
              <a:buNone/>
              <a:defRPr/>
            </a:lvl9pPr>
          </a:lstStyle>
          <a:p>
            <a:endParaRPr/>
          </a:p>
        </p:txBody>
      </p:sp>
      <p:sp>
        <p:nvSpPr>
          <p:cNvPr id="253" name="Google Shape;253;p36"/>
          <p:cNvSpPr/>
          <p:nvPr/>
        </p:nvSpPr>
        <p:spPr>
          <a:xfrm rot="5400000">
            <a:off x="7175983"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4" name="Google Shape;254;p36"/>
          <p:cNvSpPr txBox="1">
            <a:spLocks noGrp="1"/>
          </p:cNvSpPr>
          <p:nvPr>
            <p:ph type="body" idx="7"/>
          </p:nvPr>
        </p:nvSpPr>
        <p:spPr>
          <a:xfrm>
            <a:off x="8499633" y="5071000"/>
            <a:ext cx="3036000" cy="6648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255" name="Google Shape;255;p36"/>
          <p:cNvSpPr>
            <a:spLocks noGrp="1"/>
          </p:cNvSpPr>
          <p:nvPr>
            <p:ph type="pic" idx="8"/>
          </p:nvPr>
        </p:nvSpPr>
        <p:spPr>
          <a:xfrm>
            <a:off x="8508233" y="2851200"/>
            <a:ext cx="2354700" cy="1586400"/>
          </a:xfrm>
          <a:prstGeom prst="rect">
            <a:avLst/>
          </a:prstGeom>
          <a:noFill/>
          <a:ln>
            <a:noFill/>
          </a:ln>
        </p:spPr>
      </p:sp>
      <p:sp>
        <p:nvSpPr>
          <p:cNvPr id="256" name="Google Shape;256;p36"/>
          <p:cNvSpPr txBox="1">
            <a:spLocks noGrp="1"/>
          </p:cNvSpPr>
          <p:nvPr>
            <p:ph type="subTitle" idx="9"/>
          </p:nvPr>
        </p:nvSpPr>
        <p:spPr>
          <a:xfrm>
            <a:off x="8504633" y="4707299"/>
            <a:ext cx="3044700" cy="225600"/>
          </a:xfrm>
          <a:prstGeom prst="rect">
            <a:avLst/>
          </a:prstGeom>
        </p:spPr>
        <p:txBody>
          <a:bodyPr spcFirstLastPara="1" wrap="square" lIns="0" tIns="0" rIns="0" bIns="0" anchor="b" anchorCtr="0">
            <a:noAutofit/>
          </a:bodyPr>
          <a:lstStyle>
            <a:lvl1pPr lvl="0">
              <a:spcBef>
                <a:spcPts val="0"/>
              </a:spcBef>
              <a:spcAft>
                <a:spcPts val="0"/>
              </a:spcAft>
              <a:buClr>
                <a:schemeClr val="lt2"/>
              </a:buClr>
              <a:buSzPts val="1500"/>
              <a:buFont typeface="Work Sans Black"/>
              <a:buNone/>
              <a:defRPr/>
            </a:lvl1pPr>
            <a:lvl2pPr lvl="1">
              <a:spcBef>
                <a:spcPts val="0"/>
              </a:spcBef>
              <a:spcAft>
                <a:spcPts val="0"/>
              </a:spcAft>
              <a:buClr>
                <a:schemeClr val="lt2"/>
              </a:buClr>
              <a:buSzPts val="1500"/>
              <a:buFont typeface="Work Sans Black"/>
              <a:buNone/>
              <a:defRPr/>
            </a:lvl2pPr>
            <a:lvl3pPr lvl="2">
              <a:spcBef>
                <a:spcPts val="0"/>
              </a:spcBef>
              <a:spcAft>
                <a:spcPts val="0"/>
              </a:spcAft>
              <a:buClr>
                <a:schemeClr val="lt2"/>
              </a:buClr>
              <a:buSzPts val="1500"/>
              <a:buFont typeface="Work Sans Black"/>
              <a:buNone/>
              <a:defRPr/>
            </a:lvl3pPr>
            <a:lvl4pPr lvl="3">
              <a:spcBef>
                <a:spcPts val="0"/>
              </a:spcBef>
              <a:spcAft>
                <a:spcPts val="0"/>
              </a:spcAft>
              <a:buClr>
                <a:schemeClr val="lt2"/>
              </a:buClr>
              <a:buSzPts val="1500"/>
              <a:buFont typeface="Work Sans Black"/>
              <a:buNone/>
              <a:defRPr/>
            </a:lvl4pPr>
            <a:lvl5pPr lvl="4">
              <a:spcBef>
                <a:spcPts val="0"/>
              </a:spcBef>
              <a:spcAft>
                <a:spcPts val="0"/>
              </a:spcAft>
              <a:buClr>
                <a:schemeClr val="lt2"/>
              </a:buClr>
              <a:buSzPts val="1500"/>
              <a:buFont typeface="Work Sans Black"/>
              <a:buNone/>
              <a:defRPr/>
            </a:lvl5pPr>
            <a:lvl6pPr lvl="5">
              <a:spcBef>
                <a:spcPts val="0"/>
              </a:spcBef>
              <a:spcAft>
                <a:spcPts val="0"/>
              </a:spcAft>
              <a:buClr>
                <a:schemeClr val="lt2"/>
              </a:buClr>
              <a:buSzPts val="1500"/>
              <a:buFont typeface="Work Sans Black"/>
              <a:buNone/>
              <a:defRPr/>
            </a:lvl6pPr>
            <a:lvl7pPr lvl="6">
              <a:spcBef>
                <a:spcPts val="0"/>
              </a:spcBef>
              <a:spcAft>
                <a:spcPts val="0"/>
              </a:spcAft>
              <a:buClr>
                <a:schemeClr val="lt2"/>
              </a:buClr>
              <a:buSzPts val="1500"/>
              <a:buFont typeface="Work Sans Black"/>
              <a:buNone/>
              <a:defRPr/>
            </a:lvl7pPr>
            <a:lvl8pPr lvl="7">
              <a:spcBef>
                <a:spcPts val="0"/>
              </a:spcBef>
              <a:spcAft>
                <a:spcPts val="0"/>
              </a:spcAft>
              <a:buClr>
                <a:schemeClr val="lt2"/>
              </a:buClr>
              <a:buSzPts val="1500"/>
              <a:buFont typeface="Work Sans Black"/>
              <a:buNone/>
              <a:defRPr/>
            </a:lvl8pPr>
            <a:lvl9pPr lvl="8">
              <a:spcBef>
                <a:spcPts val="0"/>
              </a:spcBef>
              <a:spcAft>
                <a:spcPts val="0"/>
              </a:spcAft>
              <a:buClr>
                <a:schemeClr val="lt2"/>
              </a:buClr>
              <a:buSzPts val="1500"/>
              <a:buFont typeface="Work Sans Black"/>
              <a:buNone/>
              <a:defRPr/>
            </a:lvl9pPr>
          </a:lstStyle>
          <a:p>
            <a:endParaRPr/>
          </a:p>
        </p:txBody>
      </p:sp>
      <p:sp>
        <p:nvSpPr>
          <p:cNvPr id="257" name="Google Shape;257;p36"/>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258" name="Google Shape;258;p36"/>
          <p:cNvSpPr txBox="1">
            <a:spLocks noGrp="1"/>
          </p:cNvSpPr>
          <p:nvPr>
            <p:ph type="body" idx="13"/>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259" name="Google Shape;259;p36"/>
          <p:cNvSpPr txBox="1">
            <a:spLocks noGrp="1"/>
          </p:cNvSpPr>
          <p:nvPr>
            <p:ph type="body" idx="14"/>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260" name="Google Shape;260;p36"/>
          <p:cNvSpPr txBox="1">
            <a:spLocks noGrp="1"/>
          </p:cNvSpPr>
          <p:nvPr>
            <p:ph type="body" idx="15"/>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261" name="Google Shape;261;p36"/>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262" name="Google Shape;262;p36"/>
          <p:cNvSpPr txBox="1">
            <a:spLocks noGrp="1"/>
          </p:cNvSpPr>
          <p:nvPr>
            <p:ph type="body" idx="16"/>
          </p:nvPr>
        </p:nvSpPr>
        <p:spPr>
          <a:xfrm>
            <a:off x="599433" y="5071200"/>
            <a:ext cx="3050100" cy="6648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Tree>
  </p:cSld>
  <p:clrMapOvr>
    <a:masterClrMapping/>
  </p:clrMapOvr>
  <p:extLst>
    <p:ext uri="{DCECCB84-F9BA-43D5-87BE-67443E8EF086}">
      <p15:sldGuideLst xmlns:p15="http://schemas.microsoft.com/office/powerpoint/2012/main">
        <p15:guide id="1" pos="382">
          <p15:clr>
            <a:srgbClr val="E46962"/>
          </p15:clr>
        </p15:guide>
        <p15:guide id="2" pos="2299">
          <p15:clr>
            <a:srgbClr val="E46962"/>
          </p15:clr>
        </p15:guide>
        <p15:guide id="3" pos="2871">
          <p15:clr>
            <a:srgbClr val="E46962"/>
          </p15:clr>
        </p15:guide>
        <p15:guide id="4" pos="5354">
          <p15:clr>
            <a:srgbClr val="E46962"/>
          </p15:clr>
        </p15:guide>
        <p15:guide id="5" pos="7267">
          <p15:clr>
            <a:srgbClr val="E46962"/>
          </p15:clr>
        </p15:guide>
        <p15:guide id="6" pos="4778">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Divider" type="twoColTx">
  <p:cSld name="TITLE_AND_TWO_COLUMNS">
    <p:bg>
      <p:bgPr>
        <a:solidFill>
          <a:schemeClr val="accent2"/>
        </a:solidFill>
        <a:effectLst/>
      </p:bgPr>
    </p:bg>
    <p:spTree>
      <p:nvGrpSpPr>
        <p:cNvPr id="1" name="Shape 263"/>
        <p:cNvGrpSpPr/>
        <p:nvPr/>
      </p:nvGrpSpPr>
      <p:grpSpPr>
        <a:xfrm>
          <a:off x="0" y="0"/>
          <a:ext cx="0" cy="0"/>
          <a:chOff x="0" y="0"/>
          <a:chExt cx="0" cy="0"/>
        </a:xfrm>
      </p:grpSpPr>
      <p:sp>
        <p:nvSpPr>
          <p:cNvPr id="264" name="Google Shape;264;p37"/>
          <p:cNvSpPr txBox="1">
            <a:spLocks noGrp="1"/>
          </p:cNvSpPr>
          <p:nvPr>
            <p:ph type="title"/>
          </p:nvPr>
        </p:nvSpPr>
        <p:spPr>
          <a:xfrm>
            <a:off x="1044900" y="257620"/>
            <a:ext cx="10449900" cy="24045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19500"/>
              <a:buFont typeface="Work Sans ExtraLight"/>
              <a:buNone/>
              <a:defRPr sz="19500">
                <a:solidFill>
                  <a:schemeClr val="accent1"/>
                </a:solidFill>
                <a:latin typeface="Work Sans ExtraLight"/>
                <a:ea typeface="Work Sans ExtraLight"/>
                <a:cs typeface="Work Sans ExtraLight"/>
                <a:sym typeface="Work Sans ExtraLight"/>
              </a:defRPr>
            </a:lvl1pPr>
            <a:lvl2pPr lvl="1">
              <a:spcBef>
                <a:spcPts val="0"/>
              </a:spcBef>
              <a:spcAft>
                <a:spcPts val="0"/>
              </a:spcAft>
              <a:buClr>
                <a:schemeClr val="dk2"/>
              </a:buClr>
              <a:buSzPts val="3700"/>
              <a:buNone/>
              <a:defRPr>
                <a:solidFill>
                  <a:schemeClr val="dk2"/>
                </a:solidFill>
                <a:latin typeface="Work Sans"/>
                <a:ea typeface="Work Sans"/>
                <a:cs typeface="Work Sans"/>
                <a:sym typeface="Work Sans"/>
              </a:defRPr>
            </a:lvl2pPr>
            <a:lvl3pPr lvl="2">
              <a:spcBef>
                <a:spcPts val="0"/>
              </a:spcBef>
              <a:spcAft>
                <a:spcPts val="0"/>
              </a:spcAft>
              <a:buClr>
                <a:schemeClr val="dk2"/>
              </a:buClr>
              <a:buSzPts val="3700"/>
              <a:buNone/>
              <a:defRPr>
                <a:solidFill>
                  <a:schemeClr val="dk2"/>
                </a:solidFill>
                <a:latin typeface="Work Sans"/>
                <a:ea typeface="Work Sans"/>
                <a:cs typeface="Work Sans"/>
                <a:sym typeface="Work Sans"/>
              </a:defRPr>
            </a:lvl3pPr>
            <a:lvl4pPr lvl="3">
              <a:spcBef>
                <a:spcPts val="0"/>
              </a:spcBef>
              <a:spcAft>
                <a:spcPts val="0"/>
              </a:spcAft>
              <a:buClr>
                <a:schemeClr val="dk2"/>
              </a:buClr>
              <a:buSzPts val="3700"/>
              <a:buNone/>
              <a:defRPr>
                <a:solidFill>
                  <a:schemeClr val="dk2"/>
                </a:solidFill>
                <a:latin typeface="Work Sans"/>
                <a:ea typeface="Work Sans"/>
                <a:cs typeface="Work Sans"/>
                <a:sym typeface="Work Sans"/>
              </a:defRPr>
            </a:lvl4pPr>
            <a:lvl5pPr lvl="4">
              <a:spcBef>
                <a:spcPts val="0"/>
              </a:spcBef>
              <a:spcAft>
                <a:spcPts val="0"/>
              </a:spcAft>
              <a:buClr>
                <a:schemeClr val="dk2"/>
              </a:buClr>
              <a:buSzPts val="3700"/>
              <a:buNone/>
              <a:defRPr>
                <a:solidFill>
                  <a:schemeClr val="dk2"/>
                </a:solidFill>
                <a:latin typeface="Work Sans"/>
                <a:ea typeface="Work Sans"/>
                <a:cs typeface="Work Sans"/>
                <a:sym typeface="Work Sans"/>
              </a:defRPr>
            </a:lvl5pPr>
            <a:lvl6pPr lvl="5">
              <a:spcBef>
                <a:spcPts val="0"/>
              </a:spcBef>
              <a:spcAft>
                <a:spcPts val="0"/>
              </a:spcAft>
              <a:buClr>
                <a:schemeClr val="dk2"/>
              </a:buClr>
              <a:buSzPts val="3700"/>
              <a:buNone/>
              <a:defRPr>
                <a:solidFill>
                  <a:schemeClr val="dk2"/>
                </a:solidFill>
                <a:latin typeface="Work Sans"/>
                <a:ea typeface="Work Sans"/>
                <a:cs typeface="Work Sans"/>
                <a:sym typeface="Work Sans"/>
              </a:defRPr>
            </a:lvl6pPr>
            <a:lvl7pPr lvl="6">
              <a:spcBef>
                <a:spcPts val="0"/>
              </a:spcBef>
              <a:spcAft>
                <a:spcPts val="0"/>
              </a:spcAft>
              <a:buClr>
                <a:schemeClr val="dk2"/>
              </a:buClr>
              <a:buSzPts val="3700"/>
              <a:buNone/>
              <a:defRPr>
                <a:solidFill>
                  <a:schemeClr val="dk2"/>
                </a:solidFill>
                <a:latin typeface="Work Sans"/>
                <a:ea typeface="Work Sans"/>
                <a:cs typeface="Work Sans"/>
                <a:sym typeface="Work Sans"/>
              </a:defRPr>
            </a:lvl7pPr>
            <a:lvl8pPr lvl="7">
              <a:spcBef>
                <a:spcPts val="0"/>
              </a:spcBef>
              <a:spcAft>
                <a:spcPts val="0"/>
              </a:spcAft>
              <a:buClr>
                <a:schemeClr val="dk2"/>
              </a:buClr>
              <a:buSzPts val="3700"/>
              <a:buNone/>
              <a:defRPr>
                <a:solidFill>
                  <a:schemeClr val="dk2"/>
                </a:solidFill>
                <a:latin typeface="Work Sans"/>
                <a:ea typeface="Work Sans"/>
                <a:cs typeface="Work Sans"/>
                <a:sym typeface="Work Sans"/>
              </a:defRPr>
            </a:lvl8pPr>
            <a:lvl9pPr lvl="8">
              <a:spcBef>
                <a:spcPts val="0"/>
              </a:spcBef>
              <a:spcAft>
                <a:spcPts val="0"/>
              </a:spcAft>
              <a:buClr>
                <a:schemeClr val="dk2"/>
              </a:buClr>
              <a:buSzPts val="3700"/>
              <a:buNone/>
              <a:defRPr>
                <a:solidFill>
                  <a:schemeClr val="dk2"/>
                </a:solidFill>
                <a:latin typeface="Work Sans"/>
                <a:ea typeface="Work Sans"/>
                <a:cs typeface="Work Sans"/>
                <a:sym typeface="Work Sans"/>
              </a:defRPr>
            </a:lvl9pPr>
          </a:lstStyle>
          <a:p>
            <a:endParaRPr/>
          </a:p>
        </p:txBody>
      </p:sp>
      <p:sp>
        <p:nvSpPr>
          <p:cNvPr id="265" name="Google Shape;265;p37"/>
          <p:cNvSpPr txBox="1">
            <a:spLocks noGrp="1"/>
          </p:cNvSpPr>
          <p:nvPr>
            <p:ph type="title" idx="2"/>
          </p:nvPr>
        </p:nvSpPr>
        <p:spPr>
          <a:xfrm>
            <a:off x="1044900" y="2583626"/>
            <a:ext cx="10449900" cy="1330800"/>
          </a:xfrm>
          <a:prstGeom prst="rect">
            <a:avLst/>
          </a:prstGeom>
        </p:spPr>
        <p:txBody>
          <a:bodyPr spcFirstLastPara="1" wrap="square" lIns="0" tIns="0" rIns="0" bIns="0" anchor="t" anchorCtr="0">
            <a:noAutofit/>
          </a:bodyPr>
          <a:lstStyle>
            <a:lvl1pPr lvl="0">
              <a:spcBef>
                <a:spcPts val="0"/>
              </a:spcBef>
              <a:spcAft>
                <a:spcPts val="0"/>
              </a:spcAft>
              <a:buSzPts val="9900"/>
              <a:buNone/>
              <a:defRPr sz="9900"/>
            </a:lvl1pPr>
            <a:lvl2pPr lvl="1">
              <a:spcBef>
                <a:spcPts val="0"/>
              </a:spcBef>
              <a:spcAft>
                <a:spcPts val="0"/>
              </a:spcAft>
              <a:buSzPts val="3700"/>
              <a:buNone/>
              <a:defRPr>
                <a:latin typeface="Work Sans"/>
                <a:ea typeface="Work Sans"/>
                <a:cs typeface="Work Sans"/>
                <a:sym typeface="Work Sans"/>
              </a:defRPr>
            </a:lvl2pPr>
            <a:lvl3pPr lvl="2">
              <a:spcBef>
                <a:spcPts val="0"/>
              </a:spcBef>
              <a:spcAft>
                <a:spcPts val="0"/>
              </a:spcAft>
              <a:buSzPts val="3700"/>
              <a:buNone/>
              <a:defRPr>
                <a:latin typeface="Work Sans"/>
                <a:ea typeface="Work Sans"/>
                <a:cs typeface="Work Sans"/>
                <a:sym typeface="Work Sans"/>
              </a:defRPr>
            </a:lvl3pPr>
            <a:lvl4pPr lvl="3">
              <a:spcBef>
                <a:spcPts val="0"/>
              </a:spcBef>
              <a:spcAft>
                <a:spcPts val="0"/>
              </a:spcAft>
              <a:buSzPts val="3700"/>
              <a:buNone/>
              <a:defRPr>
                <a:latin typeface="Work Sans"/>
                <a:ea typeface="Work Sans"/>
                <a:cs typeface="Work Sans"/>
                <a:sym typeface="Work Sans"/>
              </a:defRPr>
            </a:lvl4pPr>
            <a:lvl5pPr lvl="4">
              <a:spcBef>
                <a:spcPts val="0"/>
              </a:spcBef>
              <a:spcAft>
                <a:spcPts val="0"/>
              </a:spcAft>
              <a:buSzPts val="3700"/>
              <a:buNone/>
              <a:defRPr>
                <a:latin typeface="Work Sans"/>
                <a:ea typeface="Work Sans"/>
                <a:cs typeface="Work Sans"/>
                <a:sym typeface="Work Sans"/>
              </a:defRPr>
            </a:lvl5pPr>
            <a:lvl6pPr lvl="5">
              <a:spcBef>
                <a:spcPts val="0"/>
              </a:spcBef>
              <a:spcAft>
                <a:spcPts val="0"/>
              </a:spcAft>
              <a:buSzPts val="3700"/>
              <a:buNone/>
              <a:defRPr>
                <a:latin typeface="Work Sans"/>
                <a:ea typeface="Work Sans"/>
                <a:cs typeface="Work Sans"/>
                <a:sym typeface="Work Sans"/>
              </a:defRPr>
            </a:lvl6pPr>
            <a:lvl7pPr lvl="6">
              <a:spcBef>
                <a:spcPts val="0"/>
              </a:spcBef>
              <a:spcAft>
                <a:spcPts val="0"/>
              </a:spcAft>
              <a:buSzPts val="3700"/>
              <a:buNone/>
              <a:defRPr>
                <a:latin typeface="Work Sans"/>
                <a:ea typeface="Work Sans"/>
                <a:cs typeface="Work Sans"/>
                <a:sym typeface="Work Sans"/>
              </a:defRPr>
            </a:lvl7pPr>
            <a:lvl8pPr lvl="7">
              <a:spcBef>
                <a:spcPts val="0"/>
              </a:spcBef>
              <a:spcAft>
                <a:spcPts val="0"/>
              </a:spcAft>
              <a:buSzPts val="3700"/>
              <a:buNone/>
              <a:defRPr>
                <a:latin typeface="Work Sans"/>
                <a:ea typeface="Work Sans"/>
                <a:cs typeface="Work Sans"/>
                <a:sym typeface="Work Sans"/>
              </a:defRPr>
            </a:lvl8pPr>
            <a:lvl9pPr lvl="8">
              <a:spcBef>
                <a:spcPts val="0"/>
              </a:spcBef>
              <a:spcAft>
                <a:spcPts val="0"/>
              </a:spcAft>
              <a:buSzPts val="3700"/>
              <a:buNone/>
              <a:defRPr>
                <a:latin typeface="Work Sans"/>
                <a:ea typeface="Work Sans"/>
                <a:cs typeface="Work Sans"/>
                <a:sym typeface="Work Sans"/>
              </a:defRPr>
            </a:lvl9pPr>
          </a:lstStyle>
          <a:p>
            <a:endParaRPr/>
          </a:p>
        </p:txBody>
      </p:sp>
      <p:sp>
        <p:nvSpPr>
          <p:cNvPr id="266" name="Google Shape;266;p37"/>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cxnSp>
        <p:nvCxnSpPr>
          <p:cNvPr id="267" name="Google Shape;267;p37"/>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268" name="Google Shape;268;p37"/>
          <p:cNvSpPr txBox="1">
            <a:spLocks noGrp="1"/>
          </p:cNvSpPr>
          <p:nvPr>
            <p:ph type="body" idx="1"/>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dk1"/>
              </a:buClr>
              <a:buSzPts val="1100"/>
              <a:buChar char="●"/>
              <a:defRPr/>
            </a:lvl1pPr>
            <a:lvl2pPr marL="914400" lvl="1" indent="-298450" algn="ctr">
              <a:spcBef>
                <a:spcPts val="0"/>
              </a:spcBef>
              <a:spcAft>
                <a:spcPts val="0"/>
              </a:spcAft>
              <a:buClr>
                <a:schemeClr val="dk1"/>
              </a:buClr>
              <a:buSzPts val="1100"/>
              <a:buChar char="○"/>
              <a:defRPr/>
            </a:lvl2pPr>
            <a:lvl3pPr marL="1371600" lvl="2" indent="-298450" algn="ctr">
              <a:spcBef>
                <a:spcPts val="0"/>
              </a:spcBef>
              <a:spcAft>
                <a:spcPts val="0"/>
              </a:spcAft>
              <a:buClr>
                <a:schemeClr val="dk1"/>
              </a:buClr>
              <a:buSzPts val="1100"/>
              <a:buChar char="■"/>
              <a:defRPr/>
            </a:lvl3pPr>
            <a:lvl4pPr marL="1828800" lvl="3" indent="-298450" algn="ctr">
              <a:spcBef>
                <a:spcPts val="0"/>
              </a:spcBef>
              <a:spcAft>
                <a:spcPts val="0"/>
              </a:spcAft>
              <a:buClr>
                <a:schemeClr val="dk1"/>
              </a:buClr>
              <a:buSzPts val="1100"/>
              <a:buChar char="●"/>
              <a:defRPr/>
            </a:lvl4pPr>
            <a:lvl5pPr marL="2286000" lvl="4" indent="-298450" algn="ctr">
              <a:spcBef>
                <a:spcPts val="0"/>
              </a:spcBef>
              <a:spcAft>
                <a:spcPts val="0"/>
              </a:spcAft>
              <a:buClr>
                <a:schemeClr val="dk1"/>
              </a:buClr>
              <a:buSzPts val="1100"/>
              <a:buChar char="○"/>
              <a:defRPr/>
            </a:lvl5pPr>
            <a:lvl6pPr marL="2743200" lvl="5" indent="-298450" algn="ctr">
              <a:spcBef>
                <a:spcPts val="0"/>
              </a:spcBef>
              <a:spcAft>
                <a:spcPts val="0"/>
              </a:spcAft>
              <a:buClr>
                <a:schemeClr val="dk1"/>
              </a:buClr>
              <a:buSzPts val="1100"/>
              <a:buChar char="■"/>
              <a:defRPr/>
            </a:lvl6pPr>
            <a:lvl7pPr marL="3200400" lvl="6" indent="-298450" algn="ctr">
              <a:spcBef>
                <a:spcPts val="0"/>
              </a:spcBef>
              <a:spcAft>
                <a:spcPts val="0"/>
              </a:spcAft>
              <a:buClr>
                <a:schemeClr val="dk1"/>
              </a:buClr>
              <a:buSzPts val="1100"/>
              <a:buChar char="●"/>
              <a:defRPr/>
            </a:lvl7pPr>
            <a:lvl8pPr marL="3657600" lvl="7" indent="-298450" algn="ctr">
              <a:spcBef>
                <a:spcPts val="0"/>
              </a:spcBef>
              <a:spcAft>
                <a:spcPts val="0"/>
              </a:spcAft>
              <a:buClr>
                <a:schemeClr val="dk1"/>
              </a:buClr>
              <a:buSzPts val="1100"/>
              <a:buChar char="○"/>
              <a:defRPr/>
            </a:lvl8pPr>
            <a:lvl9pPr marL="4114800" lvl="8" indent="-298450" algn="ctr">
              <a:spcBef>
                <a:spcPts val="0"/>
              </a:spcBef>
              <a:spcAft>
                <a:spcPts val="0"/>
              </a:spcAft>
              <a:buClr>
                <a:schemeClr val="dk1"/>
              </a:buClr>
              <a:buSzPts val="1100"/>
              <a:buChar char="■"/>
              <a:defRPr/>
            </a:lvl9pPr>
          </a:lstStyle>
          <a:p>
            <a:endParaRPr/>
          </a:p>
        </p:txBody>
      </p:sp>
      <p:sp>
        <p:nvSpPr>
          <p:cNvPr id="269" name="Google Shape;269;p37"/>
          <p:cNvSpPr txBox="1">
            <a:spLocks noGrp="1"/>
          </p:cNvSpPr>
          <p:nvPr>
            <p:ph type="body" idx="3"/>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dk1"/>
              </a:buClr>
              <a:buSzPts val="1100"/>
              <a:buChar char="●"/>
              <a:defRPr/>
            </a:lvl1pPr>
            <a:lvl2pPr marL="914400" lvl="1" indent="-298450" algn="ctr">
              <a:spcBef>
                <a:spcPts val="0"/>
              </a:spcBef>
              <a:spcAft>
                <a:spcPts val="0"/>
              </a:spcAft>
              <a:buClr>
                <a:schemeClr val="dk1"/>
              </a:buClr>
              <a:buSzPts val="1100"/>
              <a:buChar char="○"/>
              <a:defRPr/>
            </a:lvl2pPr>
            <a:lvl3pPr marL="1371600" lvl="2" indent="-298450" algn="ctr">
              <a:spcBef>
                <a:spcPts val="0"/>
              </a:spcBef>
              <a:spcAft>
                <a:spcPts val="0"/>
              </a:spcAft>
              <a:buClr>
                <a:schemeClr val="dk1"/>
              </a:buClr>
              <a:buSzPts val="1100"/>
              <a:buChar char="■"/>
              <a:defRPr/>
            </a:lvl3pPr>
            <a:lvl4pPr marL="1828800" lvl="3" indent="-298450" algn="ctr">
              <a:spcBef>
                <a:spcPts val="0"/>
              </a:spcBef>
              <a:spcAft>
                <a:spcPts val="0"/>
              </a:spcAft>
              <a:buClr>
                <a:schemeClr val="dk1"/>
              </a:buClr>
              <a:buSzPts val="1100"/>
              <a:buChar char="●"/>
              <a:defRPr/>
            </a:lvl4pPr>
            <a:lvl5pPr marL="2286000" lvl="4" indent="-298450" algn="ctr">
              <a:spcBef>
                <a:spcPts val="0"/>
              </a:spcBef>
              <a:spcAft>
                <a:spcPts val="0"/>
              </a:spcAft>
              <a:buClr>
                <a:schemeClr val="dk1"/>
              </a:buClr>
              <a:buSzPts val="1100"/>
              <a:buChar char="○"/>
              <a:defRPr/>
            </a:lvl5pPr>
            <a:lvl6pPr marL="2743200" lvl="5" indent="-298450" algn="ctr">
              <a:spcBef>
                <a:spcPts val="0"/>
              </a:spcBef>
              <a:spcAft>
                <a:spcPts val="0"/>
              </a:spcAft>
              <a:buClr>
                <a:schemeClr val="dk1"/>
              </a:buClr>
              <a:buSzPts val="1100"/>
              <a:buChar char="■"/>
              <a:defRPr/>
            </a:lvl6pPr>
            <a:lvl7pPr marL="3200400" lvl="6" indent="-298450" algn="ctr">
              <a:spcBef>
                <a:spcPts val="0"/>
              </a:spcBef>
              <a:spcAft>
                <a:spcPts val="0"/>
              </a:spcAft>
              <a:buClr>
                <a:schemeClr val="dk1"/>
              </a:buClr>
              <a:buSzPts val="1100"/>
              <a:buChar char="●"/>
              <a:defRPr/>
            </a:lvl7pPr>
            <a:lvl8pPr marL="3657600" lvl="7" indent="-298450" algn="ctr">
              <a:spcBef>
                <a:spcPts val="0"/>
              </a:spcBef>
              <a:spcAft>
                <a:spcPts val="0"/>
              </a:spcAft>
              <a:buClr>
                <a:schemeClr val="dk1"/>
              </a:buClr>
              <a:buSzPts val="1100"/>
              <a:buChar char="○"/>
              <a:defRPr/>
            </a:lvl8pPr>
            <a:lvl9pPr marL="4114800" lvl="8" indent="-298450" algn="ctr">
              <a:spcBef>
                <a:spcPts val="0"/>
              </a:spcBef>
              <a:spcAft>
                <a:spcPts val="0"/>
              </a:spcAft>
              <a:buClr>
                <a:schemeClr val="dk1"/>
              </a:buClr>
              <a:buSzPts val="1100"/>
              <a:buChar char="■"/>
              <a:defRPr/>
            </a:lvl9pPr>
          </a:lstStyle>
          <a:p>
            <a:endParaRPr/>
          </a:p>
        </p:txBody>
      </p:sp>
      <p:sp>
        <p:nvSpPr>
          <p:cNvPr id="270" name="Google Shape;270;p37"/>
          <p:cNvSpPr txBox="1">
            <a:spLocks noGrp="1"/>
          </p:cNvSpPr>
          <p:nvPr>
            <p:ph type="body" idx="4"/>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dk1"/>
              </a:buClr>
              <a:buSzPts val="1100"/>
              <a:buChar char="●"/>
              <a:defRPr/>
            </a:lvl1pPr>
            <a:lvl2pPr marL="914400" lvl="1" indent="-298450" algn="r">
              <a:spcBef>
                <a:spcPts val="0"/>
              </a:spcBef>
              <a:spcAft>
                <a:spcPts val="0"/>
              </a:spcAft>
              <a:buClr>
                <a:schemeClr val="dk1"/>
              </a:buClr>
              <a:buSzPts val="1100"/>
              <a:buChar char="○"/>
              <a:defRPr/>
            </a:lvl2pPr>
            <a:lvl3pPr marL="1371600" lvl="2" indent="-298450" algn="r">
              <a:spcBef>
                <a:spcPts val="0"/>
              </a:spcBef>
              <a:spcAft>
                <a:spcPts val="0"/>
              </a:spcAft>
              <a:buClr>
                <a:schemeClr val="dk1"/>
              </a:buClr>
              <a:buSzPts val="1100"/>
              <a:buChar char="■"/>
              <a:defRPr/>
            </a:lvl3pPr>
            <a:lvl4pPr marL="1828800" lvl="3" indent="-298450" algn="r">
              <a:spcBef>
                <a:spcPts val="0"/>
              </a:spcBef>
              <a:spcAft>
                <a:spcPts val="0"/>
              </a:spcAft>
              <a:buClr>
                <a:schemeClr val="dk1"/>
              </a:buClr>
              <a:buSzPts val="1100"/>
              <a:buChar char="●"/>
              <a:defRPr/>
            </a:lvl4pPr>
            <a:lvl5pPr marL="2286000" lvl="4" indent="-298450" algn="r">
              <a:spcBef>
                <a:spcPts val="0"/>
              </a:spcBef>
              <a:spcAft>
                <a:spcPts val="0"/>
              </a:spcAft>
              <a:buClr>
                <a:schemeClr val="dk1"/>
              </a:buClr>
              <a:buSzPts val="1100"/>
              <a:buChar char="○"/>
              <a:defRPr/>
            </a:lvl5pPr>
            <a:lvl6pPr marL="2743200" lvl="5" indent="-298450" algn="r">
              <a:spcBef>
                <a:spcPts val="0"/>
              </a:spcBef>
              <a:spcAft>
                <a:spcPts val="0"/>
              </a:spcAft>
              <a:buClr>
                <a:schemeClr val="dk1"/>
              </a:buClr>
              <a:buSzPts val="1100"/>
              <a:buChar char="■"/>
              <a:defRPr/>
            </a:lvl6pPr>
            <a:lvl7pPr marL="3200400" lvl="6" indent="-298450" algn="r">
              <a:spcBef>
                <a:spcPts val="0"/>
              </a:spcBef>
              <a:spcAft>
                <a:spcPts val="0"/>
              </a:spcAft>
              <a:buClr>
                <a:schemeClr val="dk1"/>
              </a:buClr>
              <a:buSzPts val="1100"/>
              <a:buChar char="●"/>
              <a:defRPr/>
            </a:lvl7pPr>
            <a:lvl8pPr marL="3657600" lvl="7" indent="-298450" algn="r">
              <a:spcBef>
                <a:spcPts val="0"/>
              </a:spcBef>
              <a:spcAft>
                <a:spcPts val="0"/>
              </a:spcAft>
              <a:buClr>
                <a:schemeClr val="dk1"/>
              </a:buClr>
              <a:buSzPts val="1100"/>
              <a:buChar char="○"/>
              <a:defRPr/>
            </a:lvl8pPr>
            <a:lvl9pPr marL="4114800" lvl="8" indent="-298450" algn="r">
              <a:spcBef>
                <a:spcPts val="0"/>
              </a:spcBef>
              <a:spcAft>
                <a:spcPts val="0"/>
              </a:spcAft>
              <a:buClr>
                <a:schemeClr val="dk1"/>
              </a:buClr>
              <a:buSzPts val="1100"/>
              <a:buChar char="■"/>
              <a:defRPr/>
            </a:lvl9pPr>
          </a:lstStyle>
          <a:p>
            <a:endParaRPr/>
          </a:p>
        </p:txBody>
      </p:sp>
      <p:sp>
        <p:nvSpPr>
          <p:cNvPr id="271" name="Google Shape;271;p37"/>
          <p:cNvSpPr>
            <a:spLocks noGrp="1"/>
          </p:cNvSpPr>
          <p:nvPr>
            <p:ph type="pic" idx="5"/>
          </p:nvPr>
        </p:nvSpPr>
        <p:spPr>
          <a:xfrm>
            <a:off x="10892500" y="5071200"/>
            <a:ext cx="951300" cy="950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Image" type="titleOnly">
  <p:cSld name="TITLE_ONLY">
    <p:spTree>
      <p:nvGrpSpPr>
        <p:cNvPr id="1" name="Shape 272"/>
        <p:cNvGrpSpPr/>
        <p:nvPr/>
      </p:nvGrpSpPr>
      <p:grpSpPr>
        <a:xfrm>
          <a:off x="0" y="0"/>
          <a:ext cx="0" cy="0"/>
          <a:chOff x="0" y="0"/>
          <a:chExt cx="0" cy="0"/>
        </a:xfrm>
      </p:grpSpPr>
      <p:sp>
        <p:nvSpPr>
          <p:cNvPr id="273" name="Google Shape;273;p38"/>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74" name="Google Shape;274;p38"/>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275" name="Google Shape;275;p38"/>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276" name="Google Shape;276;p38"/>
          <p:cNvSpPr txBox="1">
            <a:spLocks noGrp="1"/>
          </p:cNvSpPr>
          <p:nvPr>
            <p:ph type="sldNum" idx="12"/>
          </p:nvPr>
        </p:nvSpPr>
        <p:spPr>
          <a:xfrm>
            <a:off x="301733" y="6514700"/>
            <a:ext cx="608700" cy="225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cxnSp>
        <p:nvCxnSpPr>
          <p:cNvPr id="277" name="Google Shape;277;p38"/>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278" name="Google Shape;278;p38"/>
          <p:cNvSpPr txBox="1">
            <a:spLocks noGrp="1"/>
          </p:cNvSpPr>
          <p:nvPr>
            <p:ph type="body" idx="2"/>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279" name="Google Shape;279;p38"/>
          <p:cNvSpPr txBox="1">
            <a:spLocks noGrp="1"/>
          </p:cNvSpPr>
          <p:nvPr>
            <p:ph type="body" idx="3"/>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280" name="Google Shape;280;p38"/>
          <p:cNvSpPr txBox="1">
            <a:spLocks noGrp="1"/>
          </p:cNvSpPr>
          <p:nvPr>
            <p:ph type="body" idx="4"/>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sp>
        <p:nvSpPr>
          <p:cNvPr id="281" name="Google Shape;281;p38"/>
          <p:cNvSpPr txBox="1">
            <a:spLocks noGrp="1"/>
          </p:cNvSpPr>
          <p:nvPr>
            <p:ph type="body" idx="5"/>
          </p:nvPr>
        </p:nvSpPr>
        <p:spPr>
          <a:xfrm>
            <a:off x="599433" y="4161600"/>
            <a:ext cx="30219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282" name="Google Shape;282;p38"/>
          <p:cNvSpPr>
            <a:spLocks noGrp="1"/>
          </p:cNvSpPr>
          <p:nvPr>
            <p:ph type="pic" idx="6"/>
          </p:nvPr>
        </p:nvSpPr>
        <p:spPr>
          <a:xfrm>
            <a:off x="4254700" y="316967"/>
            <a:ext cx="7582800" cy="5388000"/>
          </a:xfrm>
          <a:prstGeom prst="rect">
            <a:avLst/>
          </a:prstGeom>
          <a:noFill/>
          <a:ln>
            <a:noFill/>
          </a:ln>
        </p:spPr>
      </p:sp>
      <p:sp>
        <p:nvSpPr>
          <p:cNvPr id="283" name="Google Shape;283;p38"/>
          <p:cNvSpPr txBox="1">
            <a:spLocks noGrp="1"/>
          </p:cNvSpPr>
          <p:nvPr>
            <p:ph type="body" idx="7"/>
          </p:nvPr>
        </p:nvSpPr>
        <p:spPr>
          <a:xfrm>
            <a:off x="4255200" y="5890457"/>
            <a:ext cx="75828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lor Palette">
  <p:cSld name="ONE_COLUMN_TEXT">
    <p:spTree>
      <p:nvGrpSpPr>
        <p:cNvPr id="1" name="Shape 284"/>
        <p:cNvGrpSpPr/>
        <p:nvPr/>
      </p:nvGrpSpPr>
      <p:grpSpPr>
        <a:xfrm>
          <a:off x="0" y="0"/>
          <a:ext cx="0" cy="0"/>
          <a:chOff x="0" y="0"/>
          <a:chExt cx="0" cy="0"/>
        </a:xfrm>
      </p:grpSpPr>
      <p:sp>
        <p:nvSpPr>
          <p:cNvPr id="285" name="Google Shape;285;p39"/>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286" name="Google Shape;286;p39"/>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7" name="Google Shape;287;p39"/>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288" name="Google Shape;288;p39"/>
          <p:cNvSpPr txBox="1">
            <a:spLocks noGrp="1"/>
          </p:cNvSpPr>
          <p:nvPr>
            <p:ph type="body" idx="2"/>
          </p:nvPr>
        </p:nvSpPr>
        <p:spPr>
          <a:xfrm>
            <a:off x="599433" y="4161600"/>
            <a:ext cx="30219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289" name="Google Shape;289;p39"/>
          <p:cNvSpPr txBox="1">
            <a:spLocks noGrp="1"/>
          </p:cNvSpPr>
          <p:nvPr>
            <p:ph type="body" idx="3"/>
          </p:nvPr>
        </p:nvSpPr>
        <p:spPr>
          <a:xfrm>
            <a:off x="4374158" y="5692047"/>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0" name="Google Shape;290;p39"/>
          <p:cNvSpPr txBox="1">
            <a:spLocks noGrp="1"/>
          </p:cNvSpPr>
          <p:nvPr>
            <p:ph type="body" idx="4"/>
          </p:nvPr>
        </p:nvSpPr>
        <p:spPr>
          <a:xfrm>
            <a:off x="8184258" y="5692047"/>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1" name="Google Shape;291;p39"/>
          <p:cNvSpPr txBox="1">
            <a:spLocks noGrp="1"/>
          </p:cNvSpPr>
          <p:nvPr>
            <p:ph type="body" idx="5"/>
          </p:nvPr>
        </p:nvSpPr>
        <p:spPr>
          <a:xfrm>
            <a:off x="4374158" y="4263333"/>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2" name="Google Shape;292;p39"/>
          <p:cNvSpPr txBox="1">
            <a:spLocks noGrp="1"/>
          </p:cNvSpPr>
          <p:nvPr>
            <p:ph type="body" idx="6"/>
          </p:nvPr>
        </p:nvSpPr>
        <p:spPr>
          <a:xfrm>
            <a:off x="8184258" y="4263333"/>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3" name="Google Shape;293;p39"/>
          <p:cNvSpPr txBox="1">
            <a:spLocks noGrp="1"/>
          </p:cNvSpPr>
          <p:nvPr>
            <p:ph type="body" idx="7"/>
          </p:nvPr>
        </p:nvSpPr>
        <p:spPr>
          <a:xfrm>
            <a:off x="4374158" y="2839667"/>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4" name="Google Shape;294;p39"/>
          <p:cNvSpPr txBox="1">
            <a:spLocks noGrp="1"/>
          </p:cNvSpPr>
          <p:nvPr>
            <p:ph type="body" idx="8"/>
          </p:nvPr>
        </p:nvSpPr>
        <p:spPr>
          <a:xfrm>
            <a:off x="8184258" y="2839667"/>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5" name="Google Shape;295;p39"/>
          <p:cNvSpPr txBox="1">
            <a:spLocks noGrp="1"/>
          </p:cNvSpPr>
          <p:nvPr>
            <p:ph type="body" idx="9"/>
          </p:nvPr>
        </p:nvSpPr>
        <p:spPr>
          <a:xfrm>
            <a:off x="4374158" y="1416000"/>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6" name="Google Shape;296;p39"/>
          <p:cNvSpPr txBox="1">
            <a:spLocks noGrp="1"/>
          </p:cNvSpPr>
          <p:nvPr>
            <p:ph type="body" idx="13"/>
          </p:nvPr>
        </p:nvSpPr>
        <p:spPr>
          <a:xfrm>
            <a:off x="8184258" y="1416000"/>
            <a:ext cx="3589200" cy="225600"/>
          </a:xfrm>
          <a:prstGeom prst="rect">
            <a:avLst/>
          </a:prstGeom>
        </p:spPr>
        <p:txBody>
          <a:bodyPr spcFirstLastPara="1" wrap="square" lIns="0" tIns="0" rIns="0" bIns="0" anchor="b" anchorCtr="0">
            <a:noAutofit/>
          </a:bodyPr>
          <a:lstStyle>
            <a:lvl1pPr marL="457200" lvl="0"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1pPr>
            <a:lvl2pPr marL="914400" lvl="1"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2pPr>
            <a:lvl3pPr marL="1371600" lvl="2"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3pPr>
            <a:lvl4pPr marL="1828800" lvl="3"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4pPr>
            <a:lvl5pPr marL="2286000" lvl="4"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5pPr>
            <a:lvl6pPr marL="2743200" lvl="5"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6pPr>
            <a:lvl7pPr marL="3200400" lvl="6"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7pPr>
            <a:lvl8pPr marL="3657600" lvl="7"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8pPr>
            <a:lvl9pPr marL="4114800" lvl="8" indent="-323850">
              <a:spcBef>
                <a:spcPts val="0"/>
              </a:spcBef>
              <a:spcAft>
                <a:spcPts val="0"/>
              </a:spcAft>
              <a:buClr>
                <a:schemeClr val="lt1"/>
              </a:buClr>
              <a:buSzPts val="1500"/>
              <a:buFont typeface="Work Sans Black"/>
              <a:buChar char="■"/>
              <a:defRPr sz="1500">
                <a:solidFill>
                  <a:schemeClr val="lt1"/>
                </a:solidFill>
                <a:latin typeface="Work Sans Black"/>
                <a:ea typeface="Work Sans Black"/>
                <a:cs typeface="Work Sans Black"/>
                <a:sym typeface="Work Sans Black"/>
              </a:defRPr>
            </a:lvl9pPr>
          </a:lstStyle>
          <a:p>
            <a:endParaRPr/>
          </a:p>
        </p:txBody>
      </p:sp>
      <p:sp>
        <p:nvSpPr>
          <p:cNvPr id="297" name="Google Shape;297;p39"/>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298" name="Google Shape;298;p39"/>
          <p:cNvSpPr txBox="1">
            <a:spLocks noGrp="1"/>
          </p:cNvSpPr>
          <p:nvPr>
            <p:ph type="body" idx="14"/>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299" name="Google Shape;299;p39"/>
          <p:cNvSpPr txBox="1">
            <a:spLocks noGrp="1"/>
          </p:cNvSpPr>
          <p:nvPr>
            <p:ph type="body" idx="15"/>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00" name="Google Shape;300;p39"/>
          <p:cNvSpPr txBox="1">
            <a:spLocks noGrp="1"/>
          </p:cNvSpPr>
          <p:nvPr>
            <p:ph type="body" idx="16"/>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301" name="Google Shape;301;p39"/>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Logo Analysis">
  <p:cSld name="MAIN_POINT">
    <p:spTree>
      <p:nvGrpSpPr>
        <p:cNvPr id="1" name="Shape 302"/>
        <p:cNvGrpSpPr/>
        <p:nvPr/>
      </p:nvGrpSpPr>
      <p:grpSpPr>
        <a:xfrm>
          <a:off x="0" y="0"/>
          <a:ext cx="0" cy="0"/>
          <a:chOff x="0" y="0"/>
          <a:chExt cx="0" cy="0"/>
        </a:xfrm>
      </p:grpSpPr>
      <p:sp>
        <p:nvSpPr>
          <p:cNvPr id="303" name="Google Shape;303;p40"/>
          <p:cNvSpPr txBox="1">
            <a:spLocks noGrp="1"/>
          </p:cNvSpPr>
          <p:nvPr>
            <p:ph type="body" idx="1"/>
          </p:nvPr>
        </p:nvSpPr>
        <p:spPr>
          <a:xfrm rot="-5400000">
            <a:off x="3840836" y="3252702"/>
            <a:ext cx="22284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04" name="Google Shape;304;p40"/>
          <p:cNvSpPr txBox="1">
            <a:spLocks noGrp="1"/>
          </p:cNvSpPr>
          <p:nvPr>
            <p:ph type="body" idx="2"/>
          </p:nvPr>
        </p:nvSpPr>
        <p:spPr>
          <a:xfrm>
            <a:off x="10398900" y="4083300"/>
            <a:ext cx="1444800" cy="1641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05" name="Google Shape;305;p40"/>
          <p:cNvSpPr>
            <a:spLocks noGrp="1"/>
          </p:cNvSpPr>
          <p:nvPr>
            <p:ph type="pic" idx="3"/>
          </p:nvPr>
        </p:nvSpPr>
        <p:spPr>
          <a:xfrm>
            <a:off x="5242800" y="2217700"/>
            <a:ext cx="4656900" cy="2220000"/>
          </a:xfrm>
          <a:prstGeom prst="rect">
            <a:avLst/>
          </a:prstGeom>
          <a:noFill/>
          <a:ln w="9525" cap="flat" cmpd="sng">
            <a:solidFill>
              <a:schemeClr val="accent6"/>
            </a:solidFill>
            <a:prstDash val="solid"/>
            <a:round/>
            <a:headEnd type="none" w="sm" len="sm"/>
            <a:tailEnd type="none" w="sm" len="sm"/>
          </a:ln>
        </p:spPr>
      </p:sp>
      <p:sp>
        <p:nvSpPr>
          <p:cNvPr id="306" name="Google Shape;306;p40"/>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307" name="Google Shape;307;p40"/>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08" name="Google Shape;308;p40"/>
          <p:cNvSpPr txBox="1">
            <a:spLocks noGrp="1"/>
          </p:cNvSpPr>
          <p:nvPr>
            <p:ph type="subTitle" idx="4"/>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309" name="Google Shape;309;p40"/>
          <p:cNvSpPr txBox="1">
            <a:spLocks noGrp="1"/>
          </p:cNvSpPr>
          <p:nvPr>
            <p:ph type="body" idx="5"/>
          </p:nvPr>
        </p:nvSpPr>
        <p:spPr>
          <a:xfrm>
            <a:off x="10399017" y="3051367"/>
            <a:ext cx="1444800" cy="1641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lgn="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10" name="Google Shape;310;p40"/>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311" name="Google Shape;311;p40"/>
          <p:cNvSpPr txBox="1">
            <a:spLocks noGrp="1"/>
          </p:cNvSpPr>
          <p:nvPr>
            <p:ph type="body" idx="6"/>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12" name="Google Shape;312;p40"/>
          <p:cNvSpPr txBox="1">
            <a:spLocks noGrp="1"/>
          </p:cNvSpPr>
          <p:nvPr>
            <p:ph type="body" idx="7"/>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13" name="Google Shape;313;p40"/>
          <p:cNvSpPr txBox="1">
            <a:spLocks noGrp="1"/>
          </p:cNvSpPr>
          <p:nvPr>
            <p:ph type="body" idx="8"/>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sp>
        <p:nvSpPr>
          <p:cNvPr id="314" name="Google Shape;314;p40"/>
          <p:cNvSpPr txBox="1">
            <a:spLocks noGrp="1"/>
          </p:cNvSpPr>
          <p:nvPr>
            <p:ph type="body" idx="9"/>
          </p:nvPr>
        </p:nvSpPr>
        <p:spPr>
          <a:xfrm>
            <a:off x="599433" y="4161600"/>
            <a:ext cx="30219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cxnSp>
        <p:nvCxnSpPr>
          <p:cNvPr id="315" name="Google Shape;315;p40"/>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316" name="Google Shape;316;p40"/>
          <p:cNvSpPr txBox="1">
            <a:spLocks noGrp="1"/>
          </p:cNvSpPr>
          <p:nvPr>
            <p:ph type="body" idx="13"/>
          </p:nvPr>
        </p:nvSpPr>
        <p:spPr>
          <a:xfrm>
            <a:off x="6134633" y="4625910"/>
            <a:ext cx="29685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lgn="ctr">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lor Use">
  <p:cSld name="SECTION_TITLE_AND_DESCRIPTION">
    <p:spTree>
      <p:nvGrpSpPr>
        <p:cNvPr id="1" name="Shape 317"/>
        <p:cNvGrpSpPr/>
        <p:nvPr/>
      </p:nvGrpSpPr>
      <p:grpSpPr>
        <a:xfrm>
          <a:off x="0" y="0"/>
          <a:ext cx="0" cy="0"/>
          <a:chOff x="0" y="0"/>
          <a:chExt cx="0" cy="0"/>
        </a:xfrm>
      </p:grpSpPr>
      <p:sp>
        <p:nvSpPr>
          <p:cNvPr id="318" name="Google Shape;318;p41"/>
          <p:cNvSpPr>
            <a:spLocks noGrp="1"/>
          </p:cNvSpPr>
          <p:nvPr>
            <p:ph type="pic" idx="2"/>
          </p:nvPr>
        </p:nvSpPr>
        <p:spPr>
          <a:xfrm>
            <a:off x="8059200" y="3168800"/>
            <a:ext cx="3784500" cy="2851200"/>
          </a:xfrm>
          <a:prstGeom prst="rect">
            <a:avLst/>
          </a:prstGeom>
          <a:noFill/>
          <a:ln>
            <a:noFill/>
          </a:ln>
        </p:spPr>
      </p:sp>
      <p:sp>
        <p:nvSpPr>
          <p:cNvPr id="319" name="Google Shape;319;p41"/>
          <p:cNvSpPr>
            <a:spLocks noGrp="1"/>
          </p:cNvSpPr>
          <p:nvPr>
            <p:ph type="pic" idx="3"/>
          </p:nvPr>
        </p:nvSpPr>
        <p:spPr>
          <a:xfrm>
            <a:off x="8059200" y="316000"/>
            <a:ext cx="3784500" cy="2851200"/>
          </a:xfrm>
          <a:prstGeom prst="rect">
            <a:avLst/>
          </a:prstGeom>
          <a:noFill/>
          <a:ln>
            <a:noFill/>
          </a:ln>
        </p:spPr>
      </p:sp>
      <p:sp>
        <p:nvSpPr>
          <p:cNvPr id="320" name="Google Shape;320;p41"/>
          <p:cNvSpPr>
            <a:spLocks noGrp="1"/>
          </p:cNvSpPr>
          <p:nvPr>
            <p:ph type="pic" idx="4"/>
          </p:nvPr>
        </p:nvSpPr>
        <p:spPr>
          <a:xfrm>
            <a:off x="4255200" y="3169767"/>
            <a:ext cx="3804000" cy="2851200"/>
          </a:xfrm>
          <a:prstGeom prst="rect">
            <a:avLst/>
          </a:prstGeom>
          <a:noFill/>
          <a:ln>
            <a:noFill/>
          </a:ln>
        </p:spPr>
      </p:sp>
      <p:sp>
        <p:nvSpPr>
          <p:cNvPr id="321" name="Google Shape;321;p41"/>
          <p:cNvSpPr>
            <a:spLocks noGrp="1"/>
          </p:cNvSpPr>
          <p:nvPr>
            <p:ph type="pic" idx="5"/>
          </p:nvPr>
        </p:nvSpPr>
        <p:spPr>
          <a:xfrm>
            <a:off x="4255200" y="316967"/>
            <a:ext cx="3804000" cy="2851200"/>
          </a:xfrm>
          <a:prstGeom prst="rect">
            <a:avLst/>
          </a:prstGeom>
          <a:noFill/>
          <a:ln>
            <a:noFill/>
          </a:ln>
        </p:spPr>
      </p:sp>
      <p:sp>
        <p:nvSpPr>
          <p:cNvPr id="322" name="Google Shape;322;p41"/>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323" name="Google Shape;323;p41"/>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4" name="Google Shape;324;p41"/>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325" name="Google Shape;325;p41"/>
          <p:cNvSpPr txBox="1">
            <a:spLocks noGrp="1"/>
          </p:cNvSpPr>
          <p:nvPr>
            <p:ph type="body" idx="6"/>
          </p:nvPr>
        </p:nvSpPr>
        <p:spPr>
          <a:xfrm>
            <a:off x="599433" y="4161600"/>
            <a:ext cx="30219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326" name="Google Shape;326;p41"/>
          <p:cNvSpPr>
            <a:spLocks noGrp="1"/>
          </p:cNvSpPr>
          <p:nvPr>
            <p:ph type="pic" idx="7"/>
          </p:nvPr>
        </p:nvSpPr>
        <p:spPr>
          <a:xfrm>
            <a:off x="5050333" y="949700"/>
            <a:ext cx="2166900" cy="1581900"/>
          </a:xfrm>
          <a:prstGeom prst="rect">
            <a:avLst/>
          </a:prstGeom>
          <a:noFill/>
          <a:ln>
            <a:noFill/>
          </a:ln>
        </p:spPr>
      </p:sp>
      <p:sp>
        <p:nvSpPr>
          <p:cNvPr id="327" name="Google Shape;327;p41"/>
          <p:cNvSpPr>
            <a:spLocks noGrp="1"/>
          </p:cNvSpPr>
          <p:nvPr>
            <p:ph type="pic" idx="8"/>
          </p:nvPr>
        </p:nvSpPr>
        <p:spPr>
          <a:xfrm>
            <a:off x="5050333" y="3801500"/>
            <a:ext cx="2166900" cy="1582500"/>
          </a:xfrm>
          <a:prstGeom prst="rect">
            <a:avLst/>
          </a:prstGeom>
          <a:noFill/>
          <a:ln>
            <a:noFill/>
          </a:ln>
        </p:spPr>
      </p:sp>
      <p:sp>
        <p:nvSpPr>
          <p:cNvPr id="328" name="Google Shape;328;p41"/>
          <p:cNvSpPr>
            <a:spLocks noGrp="1"/>
          </p:cNvSpPr>
          <p:nvPr>
            <p:ph type="pic" idx="9"/>
          </p:nvPr>
        </p:nvSpPr>
        <p:spPr>
          <a:xfrm>
            <a:off x="8881300" y="954633"/>
            <a:ext cx="2166900" cy="1581900"/>
          </a:xfrm>
          <a:prstGeom prst="rect">
            <a:avLst/>
          </a:prstGeom>
          <a:noFill/>
          <a:ln>
            <a:noFill/>
          </a:ln>
        </p:spPr>
      </p:sp>
      <p:sp>
        <p:nvSpPr>
          <p:cNvPr id="329" name="Google Shape;329;p41"/>
          <p:cNvSpPr>
            <a:spLocks noGrp="1"/>
          </p:cNvSpPr>
          <p:nvPr>
            <p:ph type="pic" idx="13"/>
          </p:nvPr>
        </p:nvSpPr>
        <p:spPr>
          <a:xfrm>
            <a:off x="8880909" y="3804166"/>
            <a:ext cx="2167500" cy="1582500"/>
          </a:xfrm>
          <a:prstGeom prst="rect">
            <a:avLst/>
          </a:prstGeom>
          <a:noFill/>
          <a:ln>
            <a:noFill/>
          </a:ln>
        </p:spPr>
      </p:sp>
      <p:sp>
        <p:nvSpPr>
          <p:cNvPr id="330" name="Google Shape;330;p41"/>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331" name="Google Shape;331;p41"/>
          <p:cNvSpPr txBox="1">
            <a:spLocks noGrp="1"/>
          </p:cNvSpPr>
          <p:nvPr>
            <p:ph type="body" idx="14"/>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32" name="Google Shape;332;p41"/>
          <p:cNvSpPr txBox="1">
            <a:spLocks noGrp="1"/>
          </p:cNvSpPr>
          <p:nvPr>
            <p:ph type="body" idx="15"/>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33" name="Google Shape;333;p41"/>
          <p:cNvSpPr txBox="1">
            <a:spLocks noGrp="1"/>
          </p:cNvSpPr>
          <p:nvPr>
            <p:ph type="body" idx="16"/>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Do's and Don'ts 1">
  <p:cSld name="CAPTION_ONLY">
    <p:spTree>
      <p:nvGrpSpPr>
        <p:cNvPr id="1" name="Shape 334"/>
        <p:cNvGrpSpPr/>
        <p:nvPr/>
      </p:nvGrpSpPr>
      <p:grpSpPr>
        <a:xfrm>
          <a:off x="0" y="0"/>
          <a:ext cx="0" cy="0"/>
          <a:chOff x="0" y="0"/>
          <a:chExt cx="0" cy="0"/>
        </a:xfrm>
      </p:grpSpPr>
      <p:sp>
        <p:nvSpPr>
          <p:cNvPr id="335" name="Google Shape;335;p42"/>
          <p:cNvSpPr>
            <a:spLocks noGrp="1"/>
          </p:cNvSpPr>
          <p:nvPr>
            <p:ph type="pic" idx="2"/>
          </p:nvPr>
        </p:nvSpPr>
        <p:spPr>
          <a:xfrm>
            <a:off x="8198967" y="3172431"/>
            <a:ext cx="3637500" cy="2220000"/>
          </a:xfrm>
          <a:prstGeom prst="rect">
            <a:avLst/>
          </a:prstGeom>
          <a:noFill/>
          <a:ln w="9525" cap="flat" cmpd="sng">
            <a:solidFill>
              <a:schemeClr val="accent6"/>
            </a:solidFill>
            <a:prstDash val="solid"/>
            <a:round/>
            <a:headEnd type="none" w="sm" len="sm"/>
            <a:tailEnd type="none" w="sm" len="sm"/>
          </a:ln>
        </p:spPr>
      </p:sp>
      <p:sp>
        <p:nvSpPr>
          <p:cNvPr id="336" name="Google Shape;336;p42"/>
          <p:cNvSpPr>
            <a:spLocks noGrp="1"/>
          </p:cNvSpPr>
          <p:nvPr>
            <p:ph type="pic" idx="3"/>
          </p:nvPr>
        </p:nvSpPr>
        <p:spPr>
          <a:xfrm>
            <a:off x="4255200" y="3172431"/>
            <a:ext cx="3637500" cy="2220000"/>
          </a:xfrm>
          <a:prstGeom prst="rect">
            <a:avLst/>
          </a:prstGeom>
          <a:noFill/>
          <a:ln w="9525" cap="flat" cmpd="sng">
            <a:solidFill>
              <a:schemeClr val="accent6"/>
            </a:solidFill>
            <a:prstDash val="solid"/>
            <a:round/>
            <a:headEnd type="none" w="sm" len="sm"/>
            <a:tailEnd type="none" w="sm" len="sm"/>
          </a:ln>
        </p:spPr>
      </p:sp>
      <p:sp>
        <p:nvSpPr>
          <p:cNvPr id="337" name="Google Shape;337;p42"/>
          <p:cNvSpPr txBox="1">
            <a:spLocks noGrp="1"/>
          </p:cNvSpPr>
          <p:nvPr>
            <p:ph type="body" idx="1"/>
          </p:nvPr>
        </p:nvSpPr>
        <p:spPr>
          <a:xfrm>
            <a:off x="4255200" y="5578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38" name="Google Shape;338;p42"/>
          <p:cNvSpPr txBox="1">
            <a:spLocks noGrp="1"/>
          </p:cNvSpPr>
          <p:nvPr>
            <p:ph type="body" idx="4"/>
          </p:nvPr>
        </p:nvSpPr>
        <p:spPr>
          <a:xfrm>
            <a:off x="8198967" y="5578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39" name="Google Shape;339;p42"/>
          <p:cNvSpPr>
            <a:spLocks noGrp="1"/>
          </p:cNvSpPr>
          <p:nvPr>
            <p:ph type="pic" idx="5"/>
          </p:nvPr>
        </p:nvSpPr>
        <p:spPr>
          <a:xfrm>
            <a:off x="8198967" y="316800"/>
            <a:ext cx="3637500" cy="2220000"/>
          </a:xfrm>
          <a:prstGeom prst="rect">
            <a:avLst/>
          </a:prstGeom>
          <a:noFill/>
          <a:ln w="9525" cap="flat" cmpd="sng">
            <a:solidFill>
              <a:schemeClr val="accent6"/>
            </a:solidFill>
            <a:prstDash val="solid"/>
            <a:round/>
            <a:headEnd type="none" w="sm" len="sm"/>
            <a:tailEnd type="none" w="sm" len="sm"/>
          </a:ln>
        </p:spPr>
      </p:sp>
      <p:sp>
        <p:nvSpPr>
          <p:cNvPr id="340" name="Google Shape;340;p42"/>
          <p:cNvSpPr>
            <a:spLocks noGrp="1"/>
          </p:cNvSpPr>
          <p:nvPr>
            <p:ph type="pic" idx="6"/>
          </p:nvPr>
        </p:nvSpPr>
        <p:spPr>
          <a:xfrm>
            <a:off x="4255200" y="316800"/>
            <a:ext cx="3637500" cy="2220000"/>
          </a:xfrm>
          <a:prstGeom prst="rect">
            <a:avLst/>
          </a:prstGeom>
          <a:noFill/>
          <a:ln w="9525" cap="flat" cmpd="sng">
            <a:solidFill>
              <a:schemeClr val="accent1"/>
            </a:solidFill>
            <a:prstDash val="solid"/>
            <a:round/>
            <a:headEnd type="none" w="sm" len="sm"/>
            <a:tailEnd type="none" w="sm" len="sm"/>
          </a:ln>
        </p:spPr>
      </p:sp>
      <p:sp>
        <p:nvSpPr>
          <p:cNvPr id="341" name="Google Shape;341;p42"/>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42" name="Google Shape;342;p42"/>
          <p:cNvSpPr txBox="1">
            <a:spLocks noGrp="1"/>
          </p:cNvSpPr>
          <p:nvPr>
            <p:ph type="subTitle" idx="7"/>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343" name="Google Shape;343;p42"/>
          <p:cNvSpPr txBox="1">
            <a:spLocks noGrp="1"/>
          </p:cNvSpPr>
          <p:nvPr>
            <p:ph type="body" idx="8"/>
          </p:nvPr>
        </p:nvSpPr>
        <p:spPr>
          <a:xfrm>
            <a:off x="599433" y="4161600"/>
            <a:ext cx="30237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344" name="Google Shape;344;p42"/>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345" name="Google Shape;345;p42"/>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346" name="Google Shape;346;p42"/>
          <p:cNvSpPr txBox="1">
            <a:spLocks noGrp="1"/>
          </p:cNvSpPr>
          <p:nvPr>
            <p:ph type="body" idx="9"/>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47" name="Google Shape;347;p42"/>
          <p:cNvSpPr txBox="1">
            <a:spLocks noGrp="1"/>
          </p:cNvSpPr>
          <p:nvPr>
            <p:ph type="body" idx="13"/>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48" name="Google Shape;348;p42"/>
          <p:cNvSpPr txBox="1">
            <a:spLocks noGrp="1"/>
          </p:cNvSpPr>
          <p:nvPr>
            <p:ph type="body" idx="14"/>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349" name="Google Shape;349;p42"/>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350" name="Google Shape;350;p42"/>
          <p:cNvSpPr txBox="1">
            <a:spLocks noGrp="1"/>
          </p:cNvSpPr>
          <p:nvPr>
            <p:ph type="body" idx="15"/>
          </p:nvPr>
        </p:nvSpPr>
        <p:spPr>
          <a:xfrm>
            <a:off x="4255200" y="2721486"/>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51" name="Google Shape;351;p42"/>
          <p:cNvSpPr txBox="1">
            <a:spLocks noGrp="1"/>
          </p:cNvSpPr>
          <p:nvPr>
            <p:ph type="body" idx="16"/>
          </p:nvPr>
        </p:nvSpPr>
        <p:spPr>
          <a:xfrm>
            <a:off x="8198967" y="2721486"/>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Do's and Don'ts 2">
  <p:cSld name="CAPTION_ONLY_1">
    <p:spTree>
      <p:nvGrpSpPr>
        <p:cNvPr id="1" name="Shape 352"/>
        <p:cNvGrpSpPr/>
        <p:nvPr/>
      </p:nvGrpSpPr>
      <p:grpSpPr>
        <a:xfrm>
          <a:off x="0" y="0"/>
          <a:ext cx="0" cy="0"/>
          <a:chOff x="0" y="0"/>
          <a:chExt cx="0" cy="0"/>
        </a:xfrm>
      </p:grpSpPr>
      <p:sp>
        <p:nvSpPr>
          <p:cNvPr id="353" name="Google Shape;353;p43"/>
          <p:cNvSpPr>
            <a:spLocks noGrp="1"/>
          </p:cNvSpPr>
          <p:nvPr>
            <p:ph type="pic" idx="2"/>
          </p:nvPr>
        </p:nvSpPr>
        <p:spPr>
          <a:xfrm>
            <a:off x="8198967" y="3172431"/>
            <a:ext cx="3637500" cy="2220000"/>
          </a:xfrm>
          <a:prstGeom prst="rect">
            <a:avLst/>
          </a:prstGeom>
          <a:noFill/>
          <a:ln w="9525" cap="flat" cmpd="sng">
            <a:solidFill>
              <a:schemeClr val="accent6"/>
            </a:solidFill>
            <a:prstDash val="solid"/>
            <a:round/>
            <a:headEnd type="none" w="sm" len="sm"/>
            <a:tailEnd type="none" w="sm" len="sm"/>
          </a:ln>
        </p:spPr>
      </p:sp>
      <p:sp>
        <p:nvSpPr>
          <p:cNvPr id="354" name="Google Shape;354;p43"/>
          <p:cNvSpPr>
            <a:spLocks noGrp="1"/>
          </p:cNvSpPr>
          <p:nvPr>
            <p:ph type="pic" idx="3"/>
          </p:nvPr>
        </p:nvSpPr>
        <p:spPr>
          <a:xfrm>
            <a:off x="4255200" y="3172431"/>
            <a:ext cx="3637500" cy="2220000"/>
          </a:xfrm>
          <a:prstGeom prst="rect">
            <a:avLst/>
          </a:prstGeom>
          <a:noFill/>
          <a:ln w="9525" cap="flat" cmpd="sng">
            <a:solidFill>
              <a:schemeClr val="accent6"/>
            </a:solidFill>
            <a:prstDash val="solid"/>
            <a:round/>
            <a:headEnd type="none" w="sm" len="sm"/>
            <a:tailEnd type="none" w="sm" len="sm"/>
          </a:ln>
        </p:spPr>
      </p:sp>
      <p:sp>
        <p:nvSpPr>
          <p:cNvPr id="355" name="Google Shape;355;p43"/>
          <p:cNvSpPr txBox="1">
            <a:spLocks noGrp="1"/>
          </p:cNvSpPr>
          <p:nvPr>
            <p:ph type="body" idx="1"/>
          </p:nvPr>
        </p:nvSpPr>
        <p:spPr>
          <a:xfrm>
            <a:off x="4255200" y="5578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56" name="Google Shape;356;p43"/>
          <p:cNvSpPr txBox="1">
            <a:spLocks noGrp="1"/>
          </p:cNvSpPr>
          <p:nvPr>
            <p:ph type="body" idx="4"/>
          </p:nvPr>
        </p:nvSpPr>
        <p:spPr>
          <a:xfrm>
            <a:off x="8198967" y="5578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57" name="Google Shape;357;p43"/>
          <p:cNvSpPr>
            <a:spLocks noGrp="1"/>
          </p:cNvSpPr>
          <p:nvPr>
            <p:ph type="pic" idx="5"/>
          </p:nvPr>
        </p:nvSpPr>
        <p:spPr>
          <a:xfrm>
            <a:off x="8198967" y="316800"/>
            <a:ext cx="3637500" cy="2220000"/>
          </a:xfrm>
          <a:prstGeom prst="rect">
            <a:avLst/>
          </a:prstGeom>
          <a:noFill/>
          <a:ln w="9525" cap="flat" cmpd="sng">
            <a:solidFill>
              <a:schemeClr val="accent6"/>
            </a:solidFill>
            <a:prstDash val="solid"/>
            <a:round/>
            <a:headEnd type="none" w="sm" len="sm"/>
            <a:tailEnd type="none" w="sm" len="sm"/>
          </a:ln>
        </p:spPr>
      </p:sp>
      <p:sp>
        <p:nvSpPr>
          <p:cNvPr id="358" name="Google Shape;358;p43"/>
          <p:cNvSpPr>
            <a:spLocks noGrp="1"/>
          </p:cNvSpPr>
          <p:nvPr>
            <p:ph type="pic" idx="6"/>
          </p:nvPr>
        </p:nvSpPr>
        <p:spPr>
          <a:xfrm>
            <a:off x="301733" y="316800"/>
            <a:ext cx="3637500" cy="2220000"/>
          </a:xfrm>
          <a:prstGeom prst="rect">
            <a:avLst/>
          </a:prstGeom>
          <a:noFill/>
          <a:ln w="9525" cap="flat" cmpd="sng">
            <a:solidFill>
              <a:schemeClr val="accent1"/>
            </a:solidFill>
            <a:prstDash val="solid"/>
            <a:round/>
            <a:headEnd type="none" w="sm" len="sm"/>
            <a:tailEnd type="none" w="sm" len="sm"/>
          </a:ln>
        </p:spPr>
      </p:sp>
      <p:sp>
        <p:nvSpPr>
          <p:cNvPr id="359" name="Google Shape;359;p43"/>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360" name="Google Shape;360;p43"/>
          <p:cNvSpPr txBox="1">
            <a:spLocks noGrp="1"/>
          </p:cNvSpPr>
          <p:nvPr>
            <p:ph type="body" idx="7"/>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61" name="Google Shape;361;p43"/>
          <p:cNvSpPr txBox="1">
            <a:spLocks noGrp="1"/>
          </p:cNvSpPr>
          <p:nvPr>
            <p:ph type="body" idx="8"/>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62" name="Google Shape;362;p43"/>
          <p:cNvSpPr txBox="1">
            <a:spLocks noGrp="1"/>
          </p:cNvSpPr>
          <p:nvPr>
            <p:ph type="body" idx="9"/>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363" name="Google Shape;363;p43"/>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364" name="Google Shape;364;p43"/>
          <p:cNvSpPr txBox="1">
            <a:spLocks noGrp="1"/>
          </p:cNvSpPr>
          <p:nvPr>
            <p:ph type="body" idx="13"/>
          </p:nvPr>
        </p:nvSpPr>
        <p:spPr>
          <a:xfrm>
            <a:off x="301733" y="2721486"/>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65" name="Google Shape;365;p43"/>
          <p:cNvSpPr txBox="1">
            <a:spLocks noGrp="1"/>
          </p:cNvSpPr>
          <p:nvPr>
            <p:ph type="body" idx="14"/>
          </p:nvPr>
        </p:nvSpPr>
        <p:spPr>
          <a:xfrm>
            <a:off x="8198967" y="2721486"/>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66" name="Google Shape;366;p43"/>
          <p:cNvSpPr>
            <a:spLocks noGrp="1"/>
          </p:cNvSpPr>
          <p:nvPr>
            <p:ph type="pic" idx="15"/>
          </p:nvPr>
        </p:nvSpPr>
        <p:spPr>
          <a:xfrm>
            <a:off x="4250350" y="316798"/>
            <a:ext cx="3637500" cy="2220000"/>
          </a:xfrm>
          <a:prstGeom prst="rect">
            <a:avLst/>
          </a:prstGeom>
          <a:noFill/>
          <a:ln w="9525" cap="flat" cmpd="sng">
            <a:solidFill>
              <a:schemeClr val="accent6"/>
            </a:solidFill>
            <a:prstDash val="solid"/>
            <a:round/>
            <a:headEnd type="none" w="sm" len="sm"/>
            <a:tailEnd type="none" w="sm" len="sm"/>
          </a:ln>
        </p:spPr>
      </p:sp>
      <p:sp>
        <p:nvSpPr>
          <p:cNvPr id="367" name="Google Shape;367;p43"/>
          <p:cNvSpPr txBox="1">
            <a:spLocks noGrp="1"/>
          </p:cNvSpPr>
          <p:nvPr>
            <p:ph type="body" idx="16"/>
          </p:nvPr>
        </p:nvSpPr>
        <p:spPr>
          <a:xfrm>
            <a:off x="4250350" y="2722465"/>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68" name="Google Shape;368;p43"/>
          <p:cNvSpPr>
            <a:spLocks noGrp="1"/>
          </p:cNvSpPr>
          <p:nvPr>
            <p:ph type="pic" idx="17"/>
          </p:nvPr>
        </p:nvSpPr>
        <p:spPr>
          <a:xfrm>
            <a:off x="301733" y="3178431"/>
            <a:ext cx="3637500" cy="2220000"/>
          </a:xfrm>
          <a:prstGeom prst="rect">
            <a:avLst/>
          </a:prstGeom>
          <a:noFill/>
          <a:ln w="9525" cap="flat" cmpd="sng">
            <a:solidFill>
              <a:schemeClr val="accent6"/>
            </a:solidFill>
            <a:prstDash val="solid"/>
            <a:round/>
            <a:headEnd type="none" w="sm" len="sm"/>
            <a:tailEnd type="none" w="sm" len="sm"/>
          </a:ln>
        </p:spPr>
      </p:sp>
      <p:sp>
        <p:nvSpPr>
          <p:cNvPr id="369" name="Google Shape;369;p43"/>
          <p:cNvSpPr txBox="1">
            <a:spLocks noGrp="1"/>
          </p:cNvSpPr>
          <p:nvPr>
            <p:ph type="body" idx="18"/>
          </p:nvPr>
        </p:nvSpPr>
        <p:spPr>
          <a:xfrm>
            <a:off x="301733" y="5584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Do's and Don'ts 2 1">
  <p:cSld name="CAPTION_ONLY_1_1">
    <p:spTree>
      <p:nvGrpSpPr>
        <p:cNvPr id="1" name="Shape 370"/>
        <p:cNvGrpSpPr/>
        <p:nvPr/>
      </p:nvGrpSpPr>
      <p:grpSpPr>
        <a:xfrm>
          <a:off x="0" y="0"/>
          <a:ext cx="0" cy="0"/>
          <a:chOff x="0" y="0"/>
          <a:chExt cx="0" cy="0"/>
        </a:xfrm>
      </p:grpSpPr>
      <p:sp>
        <p:nvSpPr>
          <p:cNvPr id="371" name="Google Shape;371;p44"/>
          <p:cNvSpPr>
            <a:spLocks noGrp="1"/>
          </p:cNvSpPr>
          <p:nvPr>
            <p:ph type="pic" idx="2"/>
          </p:nvPr>
        </p:nvSpPr>
        <p:spPr>
          <a:xfrm>
            <a:off x="4255200" y="3172431"/>
            <a:ext cx="3637500" cy="2220000"/>
          </a:xfrm>
          <a:prstGeom prst="rect">
            <a:avLst/>
          </a:prstGeom>
          <a:noFill/>
          <a:ln w="9525" cap="flat" cmpd="sng">
            <a:solidFill>
              <a:schemeClr val="accent6"/>
            </a:solidFill>
            <a:prstDash val="solid"/>
            <a:round/>
            <a:headEnd type="none" w="sm" len="sm"/>
            <a:tailEnd type="none" w="sm" len="sm"/>
          </a:ln>
        </p:spPr>
      </p:sp>
      <p:sp>
        <p:nvSpPr>
          <p:cNvPr id="372" name="Google Shape;372;p44"/>
          <p:cNvSpPr txBox="1">
            <a:spLocks noGrp="1"/>
          </p:cNvSpPr>
          <p:nvPr>
            <p:ph type="body" idx="1"/>
          </p:nvPr>
        </p:nvSpPr>
        <p:spPr>
          <a:xfrm>
            <a:off x="4255200" y="5578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73" name="Google Shape;373;p44"/>
          <p:cNvSpPr>
            <a:spLocks noGrp="1"/>
          </p:cNvSpPr>
          <p:nvPr>
            <p:ph type="pic" idx="3"/>
          </p:nvPr>
        </p:nvSpPr>
        <p:spPr>
          <a:xfrm>
            <a:off x="301733" y="316800"/>
            <a:ext cx="3637500" cy="2220000"/>
          </a:xfrm>
          <a:prstGeom prst="rect">
            <a:avLst/>
          </a:prstGeom>
          <a:noFill/>
          <a:ln w="9525" cap="flat" cmpd="sng">
            <a:solidFill>
              <a:schemeClr val="accent1"/>
            </a:solidFill>
            <a:prstDash val="solid"/>
            <a:round/>
            <a:headEnd type="none" w="sm" len="sm"/>
            <a:tailEnd type="none" w="sm" len="sm"/>
          </a:ln>
        </p:spPr>
      </p:sp>
      <p:sp>
        <p:nvSpPr>
          <p:cNvPr id="374" name="Google Shape;374;p44"/>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375" name="Google Shape;375;p44"/>
          <p:cNvSpPr txBox="1">
            <a:spLocks noGrp="1"/>
          </p:cNvSpPr>
          <p:nvPr>
            <p:ph type="body" idx="4"/>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76" name="Google Shape;376;p44"/>
          <p:cNvSpPr txBox="1">
            <a:spLocks noGrp="1"/>
          </p:cNvSpPr>
          <p:nvPr>
            <p:ph type="body" idx="5"/>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77" name="Google Shape;377;p44"/>
          <p:cNvSpPr txBox="1">
            <a:spLocks noGrp="1"/>
          </p:cNvSpPr>
          <p:nvPr>
            <p:ph type="body" idx="6"/>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378" name="Google Shape;378;p44"/>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379" name="Google Shape;379;p44"/>
          <p:cNvSpPr txBox="1">
            <a:spLocks noGrp="1"/>
          </p:cNvSpPr>
          <p:nvPr>
            <p:ph type="body" idx="7"/>
          </p:nvPr>
        </p:nvSpPr>
        <p:spPr>
          <a:xfrm>
            <a:off x="301733" y="2721486"/>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80" name="Google Shape;380;p44"/>
          <p:cNvSpPr>
            <a:spLocks noGrp="1"/>
          </p:cNvSpPr>
          <p:nvPr>
            <p:ph type="pic" idx="8"/>
          </p:nvPr>
        </p:nvSpPr>
        <p:spPr>
          <a:xfrm>
            <a:off x="4250350" y="316798"/>
            <a:ext cx="3637500" cy="2220000"/>
          </a:xfrm>
          <a:prstGeom prst="rect">
            <a:avLst/>
          </a:prstGeom>
          <a:noFill/>
          <a:ln w="9525" cap="flat" cmpd="sng">
            <a:solidFill>
              <a:schemeClr val="accent6"/>
            </a:solidFill>
            <a:prstDash val="solid"/>
            <a:round/>
            <a:headEnd type="none" w="sm" len="sm"/>
            <a:tailEnd type="none" w="sm" len="sm"/>
          </a:ln>
        </p:spPr>
      </p:sp>
      <p:sp>
        <p:nvSpPr>
          <p:cNvPr id="381" name="Google Shape;381;p44"/>
          <p:cNvSpPr txBox="1">
            <a:spLocks noGrp="1"/>
          </p:cNvSpPr>
          <p:nvPr>
            <p:ph type="body" idx="9"/>
          </p:nvPr>
        </p:nvSpPr>
        <p:spPr>
          <a:xfrm>
            <a:off x="4250350" y="2722465"/>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82" name="Google Shape;382;p44"/>
          <p:cNvSpPr>
            <a:spLocks noGrp="1"/>
          </p:cNvSpPr>
          <p:nvPr>
            <p:ph type="pic" idx="13"/>
          </p:nvPr>
        </p:nvSpPr>
        <p:spPr>
          <a:xfrm>
            <a:off x="301733" y="3178431"/>
            <a:ext cx="3637500" cy="2220000"/>
          </a:xfrm>
          <a:prstGeom prst="rect">
            <a:avLst/>
          </a:prstGeom>
          <a:noFill/>
          <a:ln w="9525" cap="flat" cmpd="sng">
            <a:solidFill>
              <a:schemeClr val="accent6"/>
            </a:solidFill>
            <a:prstDash val="solid"/>
            <a:round/>
            <a:headEnd type="none" w="sm" len="sm"/>
            <a:tailEnd type="none" w="sm" len="sm"/>
          </a:ln>
        </p:spPr>
      </p:sp>
      <p:sp>
        <p:nvSpPr>
          <p:cNvPr id="383" name="Google Shape;383;p44"/>
          <p:cNvSpPr txBox="1">
            <a:spLocks noGrp="1"/>
          </p:cNvSpPr>
          <p:nvPr>
            <p:ph type="body" idx="14"/>
          </p:nvPr>
        </p:nvSpPr>
        <p:spPr>
          <a:xfrm>
            <a:off x="301733" y="5584098"/>
            <a:ext cx="3637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84" name="Google Shape;384;p44"/>
          <p:cNvSpPr/>
          <p:nvPr/>
        </p:nvSpPr>
        <p:spPr>
          <a:xfrm rot="5400000">
            <a:off x="7668333" y="1838267"/>
            <a:ext cx="5702100" cy="26595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5" name="Google Shape;385;p44"/>
          <p:cNvSpPr txBox="1">
            <a:spLocks noGrp="1"/>
          </p:cNvSpPr>
          <p:nvPr>
            <p:ph type="subTitle" idx="15"/>
          </p:nvPr>
        </p:nvSpPr>
        <p:spPr>
          <a:xfrm>
            <a:off x="9479233" y="576767"/>
            <a:ext cx="20652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386" name="Google Shape;386;p44"/>
          <p:cNvSpPr txBox="1">
            <a:spLocks noGrp="1"/>
          </p:cNvSpPr>
          <p:nvPr>
            <p:ph type="body" idx="16"/>
          </p:nvPr>
        </p:nvSpPr>
        <p:spPr>
          <a:xfrm>
            <a:off x="9486633" y="4161600"/>
            <a:ext cx="20652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hotography">
  <p:cSld name="BIG_NUMBER">
    <p:spTree>
      <p:nvGrpSpPr>
        <p:cNvPr id="1" name="Shape 387"/>
        <p:cNvGrpSpPr/>
        <p:nvPr/>
      </p:nvGrpSpPr>
      <p:grpSpPr>
        <a:xfrm>
          <a:off x="0" y="0"/>
          <a:ext cx="0" cy="0"/>
          <a:chOff x="0" y="0"/>
          <a:chExt cx="0" cy="0"/>
        </a:xfrm>
      </p:grpSpPr>
      <p:sp>
        <p:nvSpPr>
          <p:cNvPr id="388" name="Google Shape;388;p45"/>
          <p:cNvSpPr/>
          <p:nvPr/>
        </p:nvSpPr>
        <p:spPr>
          <a:xfrm rot="5400000">
            <a:off x="7668333" y="1838267"/>
            <a:ext cx="5702100" cy="26595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89" name="Google Shape;389;p45"/>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a:p>
        </p:txBody>
      </p:sp>
      <p:sp>
        <p:nvSpPr>
          <p:cNvPr id="390" name="Google Shape;390;p45"/>
          <p:cNvSpPr txBox="1">
            <a:spLocks noGrp="1"/>
          </p:cNvSpPr>
          <p:nvPr>
            <p:ph type="subTitle" idx="1"/>
          </p:nvPr>
        </p:nvSpPr>
        <p:spPr>
          <a:xfrm>
            <a:off x="9479233" y="576767"/>
            <a:ext cx="20652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391" name="Google Shape;391;p45"/>
          <p:cNvSpPr txBox="1">
            <a:spLocks noGrp="1"/>
          </p:cNvSpPr>
          <p:nvPr>
            <p:ph type="body" idx="2"/>
          </p:nvPr>
        </p:nvSpPr>
        <p:spPr>
          <a:xfrm>
            <a:off x="9486633" y="4161600"/>
            <a:ext cx="20652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392" name="Google Shape;392;p45"/>
          <p:cNvSpPr>
            <a:spLocks noGrp="1"/>
          </p:cNvSpPr>
          <p:nvPr>
            <p:ph type="pic" idx="3"/>
          </p:nvPr>
        </p:nvSpPr>
        <p:spPr>
          <a:xfrm>
            <a:off x="3264967" y="316800"/>
            <a:ext cx="5622300" cy="5384100"/>
          </a:xfrm>
          <a:prstGeom prst="rect">
            <a:avLst/>
          </a:prstGeom>
          <a:noFill/>
          <a:ln>
            <a:noFill/>
          </a:ln>
        </p:spPr>
      </p:sp>
      <p:sp>
        <p:nvSpPr>
          <p:cNvPr id="393" name="Google Shape;393;p45"/>
          <p:cNvSpPr>
            <a:spLocks noGrp="1"/>
          </p:cNvSpPr>
          <p:nvPr>
            <p:ph type="pic" idx="4"/>
          </p:nvPr>
        </p:nvSpPr>
        <p:spPr>
          <a:xfrm>
            <a:off x="301733" y="320733"/>
            <a:ext cx="2659500" cy="5384100"/>
          </a:xfrm>
          <a:prstGeom prst="rect">
            <a:avLst/>
          </a:prstGeom>
          <a:noFill/>
          <a:ln>
            <a:noFill/>
          </a:ln>
        </p:spPr>
      </p:sp>
      <p:sp>
        <p:nvSpPr>
          <p:cNvPr id="394" name="Google Shape;394;p45"/>
          <p:cNvSpPr txBox="1">
            <a:spLocks noGrp="1"/>
          </p:cNvSpPr>
          <p:nvPr>
            <p:ph type="body" idx="5"/>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95" name="Google Shape;395;p45"/>
          <p:cNvSpPr txBox="1">
            <a:spLocks noGrp="1"/>
          </p:cNvSpPr>
          <p:nvPr>
            <p:ph type="body" idx="6"/>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96" name="Google Shape;396;p45"/>
          <p:cNvSpPr txBox="1">
            <a:spLocks noGrp="1"/>
          </p:cNvSpPr>
          <p:nvPr>
            <p:ph type="body" idx="7"/>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397" name="Google Shape;397;p45"/>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398" name="Google Shape;398;p45"/>
          <p:cNvSpPr txBox="1">
            <a:spLocks noGrp="1"/>
          </p:cNvSpPr>
          <p:nvPr>
            <p:ph type="body" idx="8"/>
          </p:nvPr>
        </p:nvSpPr>
        <p:spPr>
          <a:xfrm>
            <a:off x="304800" y="5893133"/>
            <a:ext cx="2659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399" name="Google Shape;399;p45"/>
          <p:cNvSpPr txBox="1">
            <a:spLocks noGrp="1"/>
          </p:cNvSpPr>
          <p:nvPr>
            <p:ph type="body" idx="9"/>
          </p:nvPr>
        </p:nvSpPr>
        <p:spPr>
          <a:xfrm>
            <a:off x="3264967" y="5893133"/>
            <a:ext cx="56223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ne and Tablet">
  <p:cSld name="BIG_NUMBER_1">
    <p:spTree>
      <p:nvGrpSpPr>
        <p:cNvPr id="1" name="Shape 400"/>
        <p:cNvGrpSpPr/>
        <p:nvPr/>
      </p:nvGrpSpPr>
      <p:grpSpPr>
        <a:xfrm>
          <a:off x="0" y="0"/>
          <a:ext cx="0" cy="0"/>
          <a:chOff x="0" y="0"/>
          <a:chExt cx="0" cy="0"/>
        </a:xfrm>
      </p:grpSpPr>
      <p:pic>
        <p:nvPicPr>
          <p:cNvPr id="401" name="Google Shape;401;p46" descr="New Modern Digital Tablet Mockup On White Background."/>
          <p:cNvPicPr preferRelativeResize="0"/>
          <p:nvPr/>
        </p:nvPicPr>
        <p:blipFill rotWithShape="1">
          <a:blip r:embed="rId2">
            <a:alphaModFix/>
          </a:blip>
          <a:srcRect l="25190" r="24880"/>
          <a:stretch/>
        </p:blipFill>
        <p:spPr>
          <a:xfrm>
            <a:off x="4069217" y="322132"/>
            <a:ext cx="4022231" cy="5369169"/>
          </a:xfrm>
          <a:prstGeom prst="rect">
            <a:avLst/>
          </a:prstGeom>
          <a:noFill/>
          <a:ln>
            <a:noFill/>
          </a:ln>
        </p:spPr>
      </p:pic>
      <p:pic>
        <p:nvPicPr>
          <p:cNvPr id="402" name="Google Shape;402;p46" descr="Smartphone isolated mockup iPhone with white screen in a white background on high-quality studio shot."/>
          <p:cNvPicPr preferRelativeResize="0"/>
          <p:nvPr/>
        </p:nvPicPr>
        <p:blipFill rotWithShape="1">
          <a:blip r:embed="rId3">
            <a:alphaModFix/>
          </a:blip>
          <a:srcRect l="23169" r="23110"/>
          <a:stretch/>
        </p:blipFill>
        <p:spPr>
          <a:xfrm>
            <a:off x="249717" y="1285117"/>
            <a:ext cx="2785603" cy="3461097"/>
          </a:xfrm>
          <a:prstGeom prst="rect">
            <a:avLst/>
          </a:prstGeom>
          <a:noFill/>
          <a:ln>
            <a:noFill/>
          </a:ln>
        </p:spPr>
      </p:pic>
      <p:sp>
        <p:nvSpPr>
          <p:cNvPr id="403" name="Google Shape;403;p46"/>
          <p:cNvSpPr/>
          <p:nvPr/>
        </p:nvSpPr>
        <p:spPr>
          <a:xfrm rot="5400000">
            <a:off x="7668333" y="1838267"/>
            <a:ext cx="5702100" cy="26595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4" name="Google Shape;404;p46"/>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405" name="Google Shape;405;p46"/>
          <p:cNvSpPr txBox="1">
            <a:spLocks noGrp="1"/>
          </p:cNvSpPr>
          <p:nvPr>
            <p:ph type="subTitle" idx="1"/>
          </p:nvPr>
        </p:nvSpPr>
        <p:spPr>
          <a:xfrm>
            <a:off x="9479233" y="576767"/>
            <a:ext cx="20652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406" name="Google Shape;406;p46"/>
          <p:cNvSpPr txBox="1">
            <a:spLocks noGrp="1"/>
          </p:cNvSpPr>
          <p:nvPr>
            <p:ph type="body" idx="2"/>
          </p:nvPr>
        </p:nvSpPr>
        <p:spPr>
          <a:xfrm>
            <a:off x="9486633" y="4161600"/>
            <a:ext cx="20652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407" name="Google Shape;407;p46"/>
          <p:cNvSpPr txBox="1">
            <a:spLocks noGrp="1"/>
          </p:cNvSpPr>
          <p:nvPr>
            <p:ph type="body" idx="3"/>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08" name="Google Shape;408;p46"/>
          <p:cNvSpPr txBox="1">
            <a:spLocks noGrp="1"/>
          </p:cNvSpPr>
          <p:nvPr>
            <p:ph type="body" idx="4"/>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09" name="Google Shape;409;p46"/>
          <p:cNvSpPr txBox="1">
            <a:spLocks noGrp="1"/>
          </p:cNvSpPr>
          <p:nvPr>
            <p:ph type="body" idx="5"/>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410" name="Google Shape;410;p46"/>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411" name="Google Shape;411;p46"/>
          <p:cNvSpPr txBox="1">
            <a:spLocks noGrp="1"/>
          </p:cNvSpPr>
          <p:nvPr>
            <p:ph type="body" idx="6"/>
          </p:nvPr>
        </p:nvSpPr>
        <p:spPr>
          <a:xfrm>
            <a:off x="304800" y="5893133"/>
            <a:ext cx="2659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412" name="Google Shape;412;p46"/>
          <p:cNvSpPr txBox="1">
            <a:spLocks noGrp="1"/>
          </p:cNvSpPr>
          <p:nvPr>
            <p:ph type="body" idx="7"/>
          </p:nvPr>
        </p:nvSpPr>
        <p:spPr>
          <a:xfrm>
            <a:off x="3264967" y="5893133"/>
            <a:ext cx="56223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
        <p:nvSpPr>
          <p:cNvPr id="413" name="Google Shape;413;p46"/>
          <p:cNvSpPr>
            <a:spLocks noGrp="1"/>
          </p:cNvSpPr>
          <p:nvPr>
            <p:ph type="pic" idx="8"/>
          </p:nvPr>
        </p:nvSpPr>
        <p:spPr>
          <a:xfrm>
            <a:off x="1002800" y="1645567"/>
            <a:ext cx="1301700" cy="2812800"/>
          </a:xfrm>
          <a:prstGeom prst="roundRect">
            <a:avLst>
              <a:gd name="adj" fmla="val 14756"/>
            </a:avLst>
          </a:prstGeom>
          <a:noFill/>
          <a:ln>
            <a:noFill/>
          </a:ln>
        </p:spPr>
      </p:sp>
      <p:sp>
        <p:nvSpPr>
          <p:cNvPr id="414" name="Google Shape;414;p46"/>
          <p:cNvSpPr>
            <a:spLocks noGrp="1"/>
          </p:cNvSpPr>
          <p:nvPr>
            <p:ph type="pic" idx="9"/>
          </p:nvPr>
        </p:nvSpPr>
        <p:spPr>
          <a:xfrm>
            <a:off x="4782900" y="1004333"/>
            <a:ext cx="2554800" cy="4155300"/>
          </a:xfrm>
          <a:prstGeom prst="roundRect">
            <a:avLst>
              <a:gd name="adj" fmla="val 1242"/>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Desktop">
  <p:cSld name="CUSTOM_2">
    <p:spTree>
      <p:nvGrpSpPr>
        <p:cNvPr id="1" name="Shape 415"/>
        <p:cNvGrpSpPr/>
        <p:nvPr/>
      </p:nvGrpSpPr>
      <p:grpSpPr>
        <a:xfrm>
          <a:off x="0" y="0"/>
          <a:ext cx="0" cy="0"/>
          <a:chOff x="0" y="0"/>
          <a:chExt cx="0" cy="0"/>
        </a:xfrm>
      </p:grpSpPr>
      <p:pic>
        <p:nvPicPr>
          <p:cNvPr id="416" name="Google Shape;416;p47" descr="Modern Desktop Monitor."/>
          <p:cNvPicPr preferRelativeResize="0"/>
          <p:nvPr/>
        </p:nvPicPr>
        <p:blipFill>
          <a:blip r:embed="rId2">
            <a:alphaModFix/>
          </a:blip>
          <a:stretch>
            <a:fillRect/>
          </a:stretch>
        </p:blipFill>
        <p:spPr>
          <a:xfrm>
            <a:off x="66133" y="-24483"/>
            <a:ext cx="12024264" cy="6945597"/>
          </a:xfrm>
          <a:prstGeom prst="rect">
            <a:avLst/>
          </a:prstGeom>
          <a:noFill/>
          <a:ln>
            <a:noFill/>
          </a:ln>
        </p:spPr>
      </p:pic>
      <p:sp>
        <p:nvSpPr>
          <p:cNvPr id="417" name="Google Shape;417;p47"/>
          <p:cNvSpPr>
            <a:spLocks noGrp="1"/>
          </p:cNvSpPr>
          <p:nvPr>
            <p:ph type="pic" idx="2"/>
          </p:nvPr>
        </p:nvSpPr>
        <p:spPr>
          <a:xfrm>
            <a:off x="1972111" y="352939"/>
            <a:ext cx="8185200" cy="4820100"/>
          </a:xfrm>
          <a:prstGeom prst="roundRect">
            <a:avLst>
              <a:gd name="adj" fmla="val 1242"/>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llboard ">
  <p:cSld name="CUSTOM_3">
    <p:bg>
      <p:bgPr>
        <a:blipFill>
          <a:blip r:embed="rId2">
            <a:alphaModFix/>
          </a:blip>
          <a:stretch>
            <a:fillRect/>
          </a:stretch>
        </a:blipFill>
        <a:effectLst/>
      </p:bgPr>
    </p:bg>
    <p:spTree>
      <p:nvGrpSpPr>
        <p:cNvPr id="1" name="Shape 418"/>
        <p:cNvGrpSpPr/>
        <p:nvPr/>
      </p:nvGrpSpPr>
      <p:grpSpPr>
        <a:xfrm>
          <a:off x="0" y="0"/>
          <a:ext cx="0" cy="0"/>
          <a:chOff x="0" y="0"/>
          <a:chExt cx="0" cy="0"/>
        </a:xfrm>
      </p:grpSpPr>
      <p:sp>
        <p:nvSpPr>
          <p:cNvPr id="419" name="Google Shape;419;p48"/>
          <p:cNvSpPr>
            <a:spLocks noGrp="1"/>
          </p:cNvSpPr>
          <p:nvPr>
            <p:ph type="pic" idx="2"/>
          </p:nvPr>
        </p:nvSpPr>
        <p:spPr>
          <a:xfrm>
            <a:off x="1793800" y="2334400"/>
            <a:ext cx="8690100" cy="1583700"/>
          </a:xfrm>
          <a:prstGeom prst="roundRect">
            <a:avLst>
              <a:gd name="adj" fmla="val 1242"/>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Photography 1">
  <p:cSld name="TITLE_18">
    <p:spTree>
      <p:nvGrpSpPr>
        <p:cNvPr id="1" name="Shape 420"/>
        <p:cNvGrpSpPr/>
        <p:nvPr/>
      </p:nvGrpSpPr>
      <p:grpSpPr>
        <a:xfrm>
          <a:off x="0" y="0"/>
          <a:ext cx="0" cy="0"/>
          <a:chOff x="0" y="0"/>
          <a:chExt cx="0" cy="0"/>
        </a:xfrm>
      </p:grpSpPr>
      <p:sp>
        <p:nvSpPr>
          <p:cNvPr id="421" name="Google Shape;421;p49"/>
          <p:cNvSpPr>
            <a:spLocks noGrp="1"/>
          </p:cNvSpPr>
          <p:nvPr>
            <p:ph type="pic" idx="2"/>
          </p:nvPr>
        </p:nvSpPr>
        <p:spPr>
          <a:xfrm>
            <a:off x="0" y="0"/>
            <a:ext cx="3950100" cy="2534400"/>
          </a:xfrm>
          <a:prstGeom prst="rect">
            <a:avLst/>
          </a:prstGeom>
          <a:noFill/>
          <a:ln>
            <a:noFill/>
          </a:ln>
        </p:spPr>
      </p:sp>
      <p:sp>
        <p:nvSpPr>
          <p:cNvPr id="422" name="Google Shape;422;p49"/>
          <p:cNvSpPr>
            <a:spLocks noGrp="1"/>
          </p:cNvSpPr>
          <p:nvPr>
            <p:ph type="pic" idx="3"/>
          </p:nvPr>
        </p:nvSpPr>
        <p:spPr>
          <a:xfrm>
            <a:off x="3950000" y="0"/>
            <a:ext cx="4632900" cy="3766500"/>
          </a:xfrm>
          <a:prstGeom prst="rect">
            <a:avLst/>
          </a:prstGeom>
          <a:noFill/>
          <a:ln>
            <a:noFill/>
          </a:ln>
        </p:spPr>
      </p:sp>
      <p:sp>
        <p:nvSpPr>
          <p:cNvPr id="423" name="Google Shape;423;p49"/>
          <p:cNvSpPr>
            <a:spLocks noGrp="1"/>
          </p:cNvSpPr>
          <p:nvPr>
            <p:ph type="pic" idx="4"/>
          </p:nvPr>
        </p:nvSpPr>
        <p:spPr>
          <a:xfrm>
            <a:off x="0" y="2534400"/>
            <a:ext cx="3950100" cy="4323600"/>
          </a:xfrm>
          <a:prstGeom prst="rect">
            <a:avLst/>
          </a:prstGeom>
          <a:noFill/>
          <a:ln>
            <a:noFill/>
          </a:ln>
        </p:spPr>
      </p:sp>
      <p:sp>
        <p:nvSpPr>
          <p:cNvPr id="424" name="Google Shape;424;p49"/>
          <p:cNvSpPr>
            <a:spLocks noGrp="1"/>
          </p:cNvSpPr>
          <p:nvPr>
            <p:ph type="pic" idx="5"/>
          </p:nvPr>
        </p:nvSpPr>
        <p:spPr>
          <a:xfrm>
            <a:off x="3950000" y="3766400"/>
            <a:ext cx="4632900" cy="3091500"/>
          </a:xfrm>
          <a:prstGeom prst="rect">
            <a:avLst/>
          </a:prstGeom>
          <a:noFill/>
          <a:ln>
            <a:noFill/>
          </a:ln>
        </p:spPr>
      </p:sp>
      <p:sp>
        <p:nvSpPr>
          <p:cNvPr id="425" name="Google Shape;425;p49"/>
          <p:cNvSpPr>
            <a:spLocks noGrp="1"/>
          </p:cNvSpPr>
          <p:nvPr>
            <p:ph type="pic" idx="6"/>
          </p:nvPr>
        </p:nvSpPr>
        <p:spPr>
          <a:xfrm>
            <a:off x="8582800" y="0"/>
            <a:ext cx="3609300" cy="68580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Photography 2">
  <p:cSld name="TITLE_18_1">
    <p:spTree>
      <p:nvGrpSpPr>
        <p:cNvPr id="1" name="Shape 426"/>
        <p:cNvGrpSpPr/>
        <p:nvPr/>
      </p:nvGrpSpPr>
      <p:grpSpPr>
        <a:xfrm>
          <a:off x="0" y="0"/>
          <a:ext cx="0" cy="0"/>
          <a:chOff x="0" y="0"/>
          <a:chExt cx="0" cy="0"/>
        </a:xfrm>
      </p:grpSpPr>
      <p:sp>
        <p:nvSpPr>
          <p:cNvPr id="427" name="Google Shape;427;p50"/>
          <p:cNvSpPr>
            <a:spLocks noGrp="1"/>
          </p:cNvSpPr>
          <p:nvPr>
            <p:ph type="pic" idx="2"/>
          </p:nvPr>
        </p:nvSpPr>
        <p:spPr>
          <a:xfrm>
            <a:off x="0" y="0"/>
            <a:ext cx="6096000" cy="2534400"/>
          </a:xfrm>
          <a:prstGeom prst="rect">
            <a:avLst/>
          </a:prstGeom>
          <a:noFill/>
          <a:ln>
            <a:noFill/>
          </a:ln>
        </p:spPr>
      </p:sp>
      <p:sp>
        <p:nvSpPr>
          <p:cNvPr id="428" name="Google Shape;428;p50"/>
          <p:cNvSpPr>
            <a:spLocks noGrp="1"/>
          </p:cNvSpPr>
          <p:nvPr>
            <p:ph type="pic" idx="3"/>
          </p:nvPr>
        </p:nvSpPr>
        <p:spPr>
          <a:xfrm>
            <a:off x="0" y="2534400"/>
            <a:ext cx="6096000" cy="4323600"/>
          </a:xfrm>
          <a:prstGeom prst="rect">
            <a:avLst/>
          </a:prstGeom>
          <a:noFill/>
          <a:ln>
            <a:noFill/>
          </a:ln>
        </p:spPr>
      </p:sp>
      <p:sp>
        <p:nvSpPr>
          <p:cNvPr id="429" name="Google Shape;429;p50"/>
          <p:cNvSpPr>
            <a:spLocks noGrp="1"/>
          </p:cNvSpPr>
          <p:nvPr>
            <p:ph type="pic" idx="4"/>
          </p:nvPr>
        </p:nvSpPr>
        <p:spPr>
          <a:xfrm>
            <a:off x="6096000" y="4323600"/>
            <a:ext cx="6096000" cy="2534400"/>
          </a:xfrm>
          <a:prstGeom prst="rect">
            <a:avLst/>
          </a:prstGeom>
          <a:noFill/>
          <a:ln>
            <a:noFill/>
          </a:ln>
        </p:spPr>
      </p:sp>
      <p:sp>
        <p:nvSpPr>
          <p:cNvPr id="430" name="Google Shape;430;p50"/>
          <p:cNvSpPr>
            <a:spLocks noGrp="1"/>
          </p:cNvSpPr>
          <p:nvPr>
            <p:ph type="pic" idx="5"/>
          </p:nvPr>
        </p:nvSpPr>
        <p:spPr>
          <a:xfrm>
            <a:off x="6096000" y="0"/>
            <a:ext cx="6096000" cy="43236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Photography 3">
  <p:cSld name="TITLE_18_1_1">
    <p:spTree>
      <p:nvGrpSpPr>
        <p:cNvPr id="1" name="Shape 431"/>
        <p:cNvGrpSpPr/>
        <p:nvPr/>
      </p:nvGrpSpPr>
      <p:grpSpPr>
        <a:xfrm>
          <a:off x="0" y="0"/>
          <a:ext cx="0" cy="0"/>
          <a:chOff x="0" y="0"/>
          <a:chExt cx="0" cy="0"/>
        </a:xfrm>
      </p:grpSpPr>
      <p:sp>
        <p:nvSpPr>
          <p:cNvPr id="432" name="Google Shape;432;p51"/>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Photography 4">
  <p:cSld name="TITLE_18_1_1_1">
    <p:spTree>
      <p:nvGrpSpPr>
        <p:cNvPr id="1" name="Shape 433"/>
        <p:cNvGrpSpPr/>
        <p:nvPr/>
      </p:nvGrpSpPr>
      <p:grpSpPr>
        <a:xfrm>
          <a:off x="0" y="0"/>
          <a:ext cx="0" cy="0"/>
          <a:chOff x="0" y="0"/>
          <a:chExt cx="0" cy="0"/>
        </a:xfrm>
      </p:grpSpPr>
      <p:sp>
        <p:nvSpPr>
          <p:cNvPr id="434" name="Google Shape;434;p52"/>
          <p:cNvSpPr>
            <a:spLocks noGrp="1"/>
          </p:cNvSpPr>
          <p:nvPr>
            <p:ph type="pic" idx="2"/>
          </p:nvPr>
        </p:nvSpPr>
        <p:spPr>
          <a:xfrm>
            <a:off x="0" y="0"/>
            <a:ext cx="12192000" cy="6858000"/>
          </a:xfrm>
          <a:prstGeom prst="rect">
            <a:avLst/>
          </a:prstGeom>
          <a:noFill/>
          <a:ln>
            <a:noFill/>
          </a:ln>
        </p:spPr>
      </p:sp>
      <p:sp>
        <p:nvSpPr>
          <p:cNvPr id="435" name="Google Shape;435;p52"/>
          <p:cNvSpPr/>
          <p:nvPr/>
        </p:nvSpPr>
        <p:spPr>
          <a:xfrm rot="5400000">
            <a:off x="7668333" y="1838267"/>
            <a:ext cx="5702100" cy="26595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36" name="Google Shape;436;p52"/>
          <p:cNvSpPr txBox="1">
            <a:spLocks noGrp="1"/>
          </p:cNvSpPr>
          <p:nvPr>
            <p:ph type="subTitle" idx="1"/>
          </p:nvPr>
        </p:nvSpPr>
        <p:spPr>
          <a:xfrm>
            <a:off x="9479233" y="576767"/>
            <a:ext cx="20652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437" name="Google Shape;437;p52"/>
          <p:cNvSpPr txBox="1">
            <a:spLocks noGrp="1"/>
          </p:cNvSpPr>
          <p:nvPr>
            <p:ph type="body" idx="3"/>
          </p:nvPr>
        </p:nvSpPr>
        <p:spPr>
          <a:xfrm>
            <a:off x="9486633" y="4161600"/>
            <a:ext cx="20652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Iconography Analysis">
  <p:cSld name="TITLE_12">
    <p:spTree>
      <p:nvGrpSpPr>
        <p:cNvPr id="1" name="Shape 438"/>
        <p:cNvGrpSpPr/>
        <p:nvPr/>
      </p:nvGrpSpPr>
      <p:grpSpPr>
        <a:xfrm>
          <a:off x="0" y="0"/>
          <a:ext cx="0" cy="0"/>
          <a:chOff x="0" y="0"/>
          <a:chExt cx="0" cy="0"/>
        </a:xfrm>
      </p:grpSpPr>
      <p:sp>
        <p:nvSpPr>
          <p:cNvPr id="439" name="Google Shape;439;p53"/>
          <p:cNvSpPr>
            <a:spLocks noGrp="1"/>
          </p:cNvSpPr>
          <p:nvPr>
            <p:ph type="pic" idx="2"/>
          </p:nvPr>
        </p:nvSpPr>
        <p:spPr>
          <a:xfrm>
            <a:off x="9940502" y="2217602"/>
            <a:ext cx="1903200" cy="1903200"/>
          </a:xfrm>
          <a:prstGeom prst="rect">
            <a:avLst/>
          </a:prstGeom>
          <a:noFill/>
          <a:ln>
            <a:noFill/>
          </a:ln>
        </p:spPr>
      </p:sp>
      <p:sp>
        <p:nvSpPr>
          <p:cNvPr id="440" name="Google Shape;440;p53"/>
          <p:cNvSpPr>
            <a:spLocks noGrp="1"/>
          </p:cNvSpPr>
          <p:nvPr>
            <p:ph type="pic" idx="3"/>
          </p:nvPr>
        </p:nvSpPr>
        <p:spPr>
          <a:xfrm>
            <a:off x="4938000" y="950400"/>
            <a:ext cx="4437600" cy="4437600"/>
          </a:xfrm>
          <a:prstGeom prst="rect">
            <a:avLst/>
          </a:prstGeom>
          <a:noFill/>
          <a:ln>
            <a:noFill/>
          </a:ln>
        </p:spPr>
      </p:sp>
      <p:sp>
        <p:nvSpPr>
          <p:cNvPr id="441" name="Google Shape;441;p53"/>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442" name="Google Shape;442;p53"/>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3" name="Google Shape;443;p53"/>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444" name="Google Shape;444;p53"/>
          <p:cNvSpPr txBox="1">
            <a:spLocks noGrp="1"/>
          </p:cNvSpPr>
          <p:nvPr>
            <p:ph type="body" idx="4"/>
          </p:nvPr>
        </p:nvSpPr>
        <p:spPr>
          <a:xfrm>
            <a:off x="599433" y="4161600"/>
            <a:ext cx="30237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445" name="Google Shape;445;p53"/>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446" name="Google Shape;446;p53"/>
          <p:cNvSpPr txBox="1">
            <a:spLocks noGrp="1"/>
          </p:cNvSpPr>
          <p:nvPr>
            <p:ph type="body" idx="5"/>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47" name="Google Shape;447;p53"/>
          <p:cNvSpPr txBox="1">
            <a:spLocks noGrp="1"/>
          </p:cNvSpPr>
          <p:nvPr>
            <p:ph type="body" idx="6"/>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48" name="Google Shape;448;p53"/>
          <p:cNvSpPr txBox="1">
            <a:spLocks noGrp="1"/>
          </p:cNvSpPr>
          <p:nvPr>
            <p:ph type="body" idx="7"/>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449" name="Google Shape;449;p53"/>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450" name="Google Shape;450;p53"/>
          <p:cNvSpPr txBox="1">
            <a:spLocks noGrp="1"/>
          </p:cNvSpPr>
          <p:nvPr>
            <p:ph type="body" idx="8"/>
          </p:nvPr>
        </p:nvSpPr>
        <p:spPr>
          <a:xfrm>
            <a:off x="4938000" y="5577700"/>
            <a:ext cx="44376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Icon Library 1">
  <p:cSld name="TITLE_14">
    <p:spTree>
      <p:nvGrpSpPr>
        <p:cNvPr id="1" name="Shape 451"/>
        <p:cNvGrpSpPr/>
        <p:nvPr/>
      </p:nvGrpSpPr>
      <p:grpSpPr>
        <a:xfrm>
          <a:off x="0" y="0"/>
          <a:ext cx="0" cy="0"/>
          <a:chOff x="0" y="0"/>
          <a:chExt cx="0" cy="0"/>
        </a:xfrm>
      </p:grpSpPr>
      <p:sp>
        <p:nvSpPr>
          <p:cNvPr id="452" name="Google Shape;452;p54"/>
          <p:cNvSpPr/>
          <p:nvPr/>
        </p:nvSpPr>
        <p:spPr>
          <a:xfrm rot="5400000">
            <a:off x="7175983" y="1345850"/>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3" name="Google Shape;453;p54"/>
          <p:cNvSpPr>
            <a:spLocks noGrp="1"/>
          </p:cNvSpPr>
          <p:nvPr>
            <p:ph type="pic" idx="2"/>
          </p:nvPr>
        </p:nvSpPr>
        <p:spPr>
          <a:xfrm>
            <a:off x="304636" y="3438164"/>
            <a:ext cx="682800" cy="682800"/>
          </a:xfrm>
          <a:prstGeom prst="rect">
            <a:avLst/>
          </a:prstGeom>
          <a:noFill/>
          <a:ln>
            <a:noFill/>
          </a:ln>
        </p:spPr>
      </p:sp>
      <p:sp>
        <p:nvSpPr>
          <p:cNvPr id="454" name="Google Shape;454;p54"/>
          <p:cNvSpPr>
            <a:spLocks noGrp="1"/>
          </p:cNvSpPr>
          <p:nvPr>
            <p:ph type="pic" idx="3"/>
          </p:nvPr>
        </p:nvSpPr>
        <p:spPr>
          <a:xfrm>
            <a:off x="304636" y="4705197"/>
            <a:ext cx="682800" cy="682800"/>
          </a:xfrm>
          <a:prstGeom prst="rect">
            <a:avLst/>
          </a:prstGeom>
          <a:noFill/>
          <a:ln>
            <a:noFill/>
          </a:ln>
        </p:spPr>
      </p:sp>
      <p:sp>
        <p:nvSpPr>
          <p:cNvPr id="455" name="Google Shape;455;p54"/>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456" name="Google Shape;456;p54"/>
          <p:cNvSpPr txBox="1">
            <a:spLocks noGrp="1"/>
          </p:cNvSpPr>
          <p:nvPr>
            <p:ph type="body" idx="1"/>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57" name="Google Shape;457;p54"/>
          <p:cNvSpPr txBox="1">
            <a:spLocks noGrp="1"/>
          </p:cNvSpPr>
          <p:nvPr>
            <p:ph type="body" idx="4"/>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58" name="Google Shape;458;p54"/>
          <p:cNvSpPr txBox="1">
            <a:spLocks noGrp="1"/>
          </p:cNvSpPr>
          <p:nvPr>
            <p:ph type="body" idx="5"/>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sp>
        <p:nvSpPr>
          <p:cNvPr id="459" name="Google Shape;459;p54"/>
          <p:cNvSpPr>
            <a:spLocks noGrp="1"/>
          </p:cNvSpPr>
          <p:nvPr>
            <p:ph type="pic" idx="6"/>
          </p:nvPr>
        </p:nvSpPr>
        <p:spPr>
          <a:xfrm>
            <a:off x="304636" y="2171131"/>
            <a:ext cx="682800" cy="682800"/>
          </a:xfrm>
          <a:prstGeom prst="rect">
            <a:avLst/>
          </a:prstGeom>
          <a:noFill/>
          <a:ln>
            <a:noFill/>
          </a:ln>
        </p:spPr>
      </p:sp>
      <p:sp>
        <p:nvSpPr>
          <p:cNvPr id="460" name="Google Shape;460;p54"/>
          <p:cNvSpPr>
            <a:spLocks noGrp="1"/>
          </p:cNvSpPr>
          <p:nvPr>
            <p:ph type="pic" idx="7"/>
          </p:nvPr>
        </p:nvSpPr>
        <p:spPr>
          <a:xfrm>
            <a:off x="304636" y="904097"/>
            <a:ext cx="682800" cy="682800"/>
          </a:xfrm>
          <a:prstGeom prst="rect">
            <a:avLst/>
          </a:prstGeom>
          <a:noFill/>
          <a:ln>
            <a:noFill/>
          </a:ln>
        </p:spPr>
      </p:sp>
      <p:sp>
        <p:nvSpPr>
          <p:cNvPr id="461" name="Google Shape;461;p54"/>
          <p:cNvSpPr>
            <a:spLocks noGrp="1"/>
          </p:cNvSpPr>
          <p:nvPr>
            <p:ph type="pic" idx="8"/>
          </p:nvPr>
        </p:nvSpPr>
        <p:spPr>
          <a:xfrm>
            <a:off x="1292403" y="3438164"/>
            <a:ext cx="682800" cy="682800"/>
          </a:xfrm>
          <a:prstGeom prst="rect">
            <a:avLst/>
          </a:prstGeom>
          <a:noFill/>
          <a:ln>
            <a:noFill/>
          </a:ln>
        </p:spPr>
      </p:sp>
      <p:sp>
        <p:nvSpPr>
          <p:cNvPr id="462" name="Google Shape;462;p54"/>
          <p:cNvSpPr>
            <a:spLocks noGrp="1"/>
          </p:cNvSpPr>
          <p:nvPr>
            <p:ph type="pic" idx="9"/>
          </p:nvPr>
        </p:nvSpPr>
        <p:spPr>
          <a:xfrm>
            <a:off x="1292403" y="4705197"/>
            <a:ext cx="682800" cy="682800"/>
          </a:xfrm>
          <a:prstGeom prst="rect">
            <a:avLst/>
          </a:prstGeom>
          <a:noFill/>
          <a:ln>
            <a:noFill/>
          </a:ln>
        </p:spPr>
      </p:sp>
      <p:sp>
        <p:nvSpPr>
          <p:cNvPr id="463" name="Google Shape;463;p54"/>
          <p:cNvSpPr>
            <a:spLocks noGrp="1"/>
          </p:cNvSpPr>
          <p:nvPr>
            <p:ph type="pic" idx="13"/>
          </p:nvPr>
        </p:nvSpPr>
        <p:spPr>
          <a:xfrm>
            <a:off x="1292403" y="2171131"/>
            <a:ext cx="682800" cy="682800"/>
          </a:xfrm>
          <a:prstGeom prst="rect">
            <a:avLst/>
          </a:prstGeom>
          <a:noFill/>
          <a:ln>
            <a:noFill/>
          </a:ln>
        </p:spPr>
      </p:sp>
      <p:sp>
        <p:nvSpPr>
          <p:cNvPr id="464" name="Google Shape;464;p54"/>
          <p:cNvSpPr>
            <a:spLocks noGrp="1"/>
          </p:cNvSpPr>
          <p:nvPr>
            <p:ph type="pic" idx="14"/>
          </p:nvPr>
        </p:nvSpPr>
        <p:spPr>
          <a:xfrm>
            <a:off x="1292403" y="904097"/>
            <a:ext cx="682800" cy="682800"/>
          </a:xfrm>
          <a:prstGeom prst="rect">
            <a:avLst/>
          </a:prstGeom>
          <a:noFill/>
          <a:ln>
            <a:noFill/>
          </a:ln>
        </p:spPr>
      </p:sp>
      <p:sp>
        <p:nvSpPr>
          <p:cNvPr id="465" name="Google Shape;465;p54"/>
          <p:cNvSpPr>
            <a:spLocks noGrp="1"/>
          </p:cNvSpPr>
          <p:nvPr>
            <p:ph type="pic" idx="15"/>
          </p:nvPr>
        </p:nvSpPr>
        <p:spPr>
          <a:xfrm>
            <a:off x="2280169" y="3438164"/>
            <a:ext cx="682800" cy="682800"/>
          </a:xfrm>
          <a:prstGeom prst="rect">
            <a:avLst/>
          </a:prstGeom>
          <a:noFill/>
          <a:ln>
            <a:noFill/>
          </a:ln>
        </p:spPr>
      </p:sp>
      <p:sp>
        <p:nvSpPr>
          <p:cNvPr id="466" name="Google Shape;466;p54"/>
          <p:cNvSpPr>
            <a:spLocks noGrp="1"/>
          </p:cNvSpPr>
          <p:nvPr>
            <p:ph type="pic" idx="16"/>
          </p:nvPr>
        </p:nvSpPr>
        <p:spPr>
          <a:xfrm>
            <a:off x="2280170" y="4705197"/>
            <a:ext cx="682800" cy="682800"/>
          </a:xfrm>
          <a:prstGeom prst="rect">
            <a:avLst/>
          </a:prstGeom>
          <a:noFill/>
          <a:ln>
            <a:noFill/>
          </a:ln>
        </p:spPr>
      </p:sp>
      <p:sp>
        <p:nvSpPr>
          <p:cNvPr id="467" name="Google Shape;467;p54"/>
          <p:cNvSpPr>
            <a:spLocks noGrp="1"/>
          </p:cNvSpPr>
          <p:nvPr>
            <p:ph type="pic" idx="17"/>
          </p:nvPr>
        </p:nvSpPr>
        <p:spPr>
          <a:xfrm>
            <a:off x="2280169" y="2171131"/>
            <a:ext cx="682800" cy="682800"/>
          </a:xfrm>
          <a:prstGeom prst="rect">
            <a:avLst/>
          </a:prstGeom>
          <a:noFill/>
          <a:ln>
            <a:noFill/>
          </a:ln>
        </p:spPr>
      </p:sp>
      <p:sp>
        <p:nvSpPr>
          <p:cNvPr id="468" name="Google Shape;468;p54"/>
          <p:cNvSpPr>
            <a:spLocks noGrp="1"/>
          </p:cNvSpPr>
          <p:nvPr>
            <p:ph type="pic" idx="18"/>
          </p:nvPr>
        </p:nvSpPr>
        <p:spPr>
          <a:xfrm>
            <a:off x="2280169" y="904097"/>
            <a:ext cx="682800" cy="682800"/>
          </a:xfrm>
          <a:prstGeom prst="rect">
            <a:avLst/>
          </a:prstGeom>
          <a:noFill/>
          <a:ln>
            <a:noFill/>
          </a:ln>
        </p:spPr>
      </p:sp>
      <p:sp>
        <p:nvSpPr>
          <p:cNvPr id="469" name="Google Shape;469;p54"/>
          <p:cNvSpPr>
            <a:spLocks noGrp="1"/>
          </p:cNvSpPr>
          <p:nvPr>
            <p:ph type="pic" idx="19"/>
          </p:nvPr>
        </p:nvSpPr>
        <p:spPr>
          <a:xfrm>
            <a:off x="3267936" y="3438164"/>
            <a:ext cx="682800" cy="682800"/>
          </a:xfrm>
          <a:prstGeom prst="rect">
            <a:avLst/>
          </a:prstGeom>
          <a:noFill/>
          <a:ln>
            <a:noFill/>
          </a:ln>
        </p:spPr>
      </p:sp>
      <p:sp>
        <p:nvSpPr>
          <p:cNvPr id="470" name="Google Shape;470;p54"/>
          <p:cNvSpPr>
            <a:spLocks noGrp="1"/>
          </p:cNvSpPr>
          <p:nvPr>
            <p:ph type="pic" idx="20"/>
          </p:nvPr>
        </p:nvSpPr>
        <p:spPr>
          <a:xfrm>
            <a:off x="3267936" y="4705197"/>
            <a:ext cx="682800" cy="682800"/>
          </a:xfrm>
          <a:prstGeom prst="rect">
            <a:avLst/>
          </a:prstGeom>
          <a:noFill/>
          <a:ln>
            <a:noFill/>
          </a:ln>
        </p:spPr>
      </p:sp>
      <p:sp>
        <p:nvSpPr>
          <p:cNvPr id="471" name="Google Shape;471;p54"/>
          <p:cNvSpPr>
            <a:spLocks noGrp="1"/>
          </p:cNvSpPr>
          <p:nvPr>
            <p:ph type="pic" idx="21"/>
          </p:nvPr>
        </p:nvSpPr>
        <p:spPr>
          <a:xfrm>
            <a:off x="3267936" y="2171131"/>
            <a:ext cx="682800" cy="682800"/>
          </a:xfrm>
          <a:prstGeom prst="rect">
            <a:avLst/>
          </a:prstGeom>
          <a:noFill/>
          <a:ln>
            <a:noFill/>
          </a:ln>
        </p:spPr>
      </p:sp>
      <p:sp>
        <p:nvSpPr>
          <p:cNvPr id="472" name="Google Shape;472;p54"/>
          <p:cNvSpPr>
            <a:spLocks noGrp="1"/>
          </p:cNvSpPr>
          <p:nvPr>
            <p:ph type="pic" idx="22"/>
          </p:nvPr>
        </p:nvSpPr>
        <p:spPr>
          <a:xfrm>
            <a:off x="3267936" y="904097"/>
            <a:ext cx="682800" cy="682800"/>
          </a:xfrm>
          <a:prstGeom prst="rect">
            <a:avLst/>
          </a:prstGeom>
          <a:noFill/>
          <a:ln>
            <a:noFill/>
          </a:ln>
        </p:spPr>
      </p:sp>
      <p:sp>
        <p:nvSpPr>
          <p:cNvPr id="473" name="Google Shape;473;p54"/>
          <p:cNvSpPr>
            <a:spLocks noGrp="1"/>
          </p:cNvSpPr>
          <p:nvPr>
            <p:ph type="pic" idx="23"/>
          </p:nvPr>
        </p:nvSpPr>
        <p:spPr>
          <a:xfrm>
            <a:off x="4254736" y="3438164"/>
            <a:ext cx="682800" cy="682800"/>
          </a:xfrm>
          <a:prstGeom prst="rect">
            <a:avLst/>
          </a:prstGeom>
          <a:noFill/>
          <a:ln>
            <a:noFill/>
          </a:ln>
        </p:spPr>
      </p:sp>
      <p:sp>
        <p:nvSpPr>
          <p:cNvPr id="474" name="Google Shape;474;p54"/>
          <p:cNvSpPr>
            <a:spLocks noGrp="1"/>
          </p:cNvSpPr>
          <p:nvPr>
            <p:ph type="pic" idx="24"/>
          </p:nvPr>
        </p:nvSpPr>
        <p:spPr>
          <a:xfrm>
            <a:off x="4254736" y="4705197"/>
            <a:ext cx="682800" cy="682800"/>
          </a:xfrm>
          <a:prstGeom prst="rect">
            <a:avLst/>
          </a:prstGeom>
          <a:noFill/>
          <a:ln>
            <a:noFill/>
          </a:ln>
        </p:spPr>
      </p:sp>
      <p:sp>
        <p:nvSpPr>
          <p:cNvPr id="475" name="Google Shape;475;p54"/>
          <p:cNvSpPr>
            <a:spLocks noGrp="1"/>
          </p:cNvSpPr>
          <p:nvPr>
            <p:ph type="pic" idx="25"/>
          </p:nvPr>
        </p:nvSpPr>
        <p:spPr>
          <a:xfrm>
            <a:off x="4254736" y="2171131"/>
            <a:ext cx="682800" cy="682800"/>
          </a:xfrm>
          <a:prstGeom prst="rect">
            <a:avLst/>
          </a:prstGeom>
          <a:noFill/>
          <a:ln>
            <a:noFill/>
          </a:ln>
        </p:spPr>
      </p:sp>
      <p:sp>
        <p:nvSpPr>
          <p:cNvPr id="476" name="Google Shape;476;p54"/>
          <p:cNvSpPr>
            <a:spLocks noGrp="1"/>
          </p:cNvSpPr>
          <p:nvPr>
            <p:ph type="pic" idx="26"/>
          </p:nvPr>
        </p:nvSpPr>
        <p:spPr>
          <a:xfrm>
            <a:off x="4254736" y="904097"/>
            <a:ext cx="682800" cy="682800"/>
          </a:xfrm>
          <a:prstGeom prst="rect">
            <a:avLst/>
          </a:prstGeom>
          <a:noFill/>
          <a:ln>
            <a:noFill/>
          </a:ln>
        </p:spPr>
      </p:sp>
      <p:sp>
        <p:nvSpPr>
          <p:cNvPr id="477" name="Google Shape;477;p54"/>
          <p:cNvSpPr>
            <a:spLocks noGrp="1"/>
          </p:cNvSpPr>
          <p:nvPr>
            <p:ph type="pic" idx="27"/>
          </p:nvPr>
        </p:nvSpPr>
        <p:spPr>
          <a:xfrm>
            <a:off x="5242503" y="3438164"/>
            <a:ext cx="682800" cy="682800"/>
          </a:xfrm>
          <a:prstGeom prst="rect">
            <a:avLst/>
          </a:prstGeom>
          <a:noFill/>
          <a:ln>
            <a:noFill/>
          </a:ln>
        </p:spPr>
      </p:sp>
      <p:sp>
        <p:nvSpPr>
          <p:cNvPr id="478" name="Google Shape;478;p54"/>
          <p:cNvSpPr>
            <a:spLocks noGrp="1"/>
          </p:cNvSpPr>
          <p:nvPr>
            <p:ph type="pic" idx="28"/>
          </p:nvPr>
        </p:nvSpPr>
        <p:spPr>
          <a:xfrm>
            <a:off x="5242503" y="4705197"/>
            <a:ext cx="682800" cy="682800"/>
          </a:xfrm>
          <a:prstGeom prst="rect">
            <a:avLst/>
          </a:prstGeom>
          <a:noFill/>
          <a:ln>
            <a:noFill/>
          </a:ln>
        </p:spPr>
      </p:sp>
      <p:sp>
        <p:nvSpPr>
          <p:cNvPr id="479" name="Google Shape;479;p54"/>
          <p:cNvSpPr>
            <a:spLocks noGrp="1"/>
          </p:cNvSpPr>
          <p:nvPr>
            <p:ph type="pic" idx="29"/>
          </p:nvPr>
        </p:nvSpPr>
        <p:spPr>
          <a:xfrm>
            <a:off x="5242503" y="2171131"/>
            <a:ext cx="682800" cy="682800"/>
          </a:xfrm>
          <a:prstGeom prst="rect">
            <a:avLst/>
          </a:prstGeom>
          <a:noFill/>
          <a:ln>
            <a:noFill/>
          </a:ln>
        </p:spPr>
      </p:sp>
      <p:sp>
        <p:nvSpPr>
          <p:cNvPr id="480" name="Google Shape;480;p54"/>
          <p:cNvSpPr>
            <a:spLocks noGrp="1"/>
          </p:cNvSpPr>
          <p:nvPr>
            <p:ph type="pic" idx="30"/>
          </p:nvPr>
        </p:nvSpPr>
        <p:spPr>
          <a:xfrm>
            <a:off x="5242503" y="904097"/>
            <a:ext cx="682800" cy="682800"/>
          </a:xfrm>
          <a:prstGeom prst="rect">
            <a:avLst/>
          </a:prstGeom>
          <a:noFill/>
          <a:ln>
            <a:noFill/>
          </a:ln>
        </p:spPr>
      </p:sp>
      <p:sp>
        <p:nvSpPr>
          <p:cNvPr id="481" name="Google Shape;481;p54"/>
          <p:cNvSpPr>
            <a:spLocks noGrp="1"/>
          </p:cNvSpPr>
          <p:nvPr>
            <p:ph type="pic" idx="31"/>
          </p:nvPr>
        </p:nvSpPr>
        <p:spPr>
          <a:xfrm>
            <a:off x="6229786" y="3438164"/>
            <a:ext cx="682800" cy="682800"/>
          </a:xfrm>
          <a:prstGeom prst="rect">
            <a:avLst/>
          </a:prstGeom>
          <a:noFill/>
          <a:ln>
            <a:noFill/>
          </a:ln>
        </p:spPr>
      </p:sp>
      <p:sp>
        <p:nvSpPr>
          <p:cNvPr id="482" name="Google Shape;482;p54"/>
          <p:cNvSpPr>
            <a:spLocks noGrp="1"/>
          </p:cNvSpPr>
          <p:nvPr>
            <p:ph type="pic" idx="32"/>
          </p:nvPr>
        </p:nvSpPr>
        <p:spPr>
          <a:xfrm>
            <a:off x="6229786" y="4705197"/>
            <a:ext cx="682800" cy="682800"/>
          </a:xfrm>
          <a:prstGeom prst="rect">
            <a:avLst/>
          </a:prstGeom>
          <a:noFill/>
          <a:ln>
            <a:noFill/>
          </a:ln>
        </p:spPr>
      </p:sp>
      <p:sp>
        <p:nvSpPr>
          <p:cNvPr id="483" name="Google Shape;483;p54"/>
          <p:cNvSpPr>
            <a:spLocks noGrp="1"/>
          </p:cNvSpPr>
          <p:nvPr>
            <p:ph type="pic" idx="33"/>
          </p:nvPr>
        </p:nvSpPr>
        <p:spPr>
          <a:xfrm>
            <a:off x="6229786" y="2171131"/>
            <a:ext cx="682800" cy="682800"/>
          </a:xfrm>
          <a:prstGeom prst="rect">
            <a:avLst/>
          </a:prstGeom>
          <a:noFill/>
          <a:ln>
            <a:noFill/>
          </a:ln>
        </p:spPr>
      </p:sp>
      <p:sp>
        <p:nvSpPr>
          <p:cNvPr id="484" name="Google Shape;484;p54"/>
          <p:cNvSpPr>
            <a:spLocks noGrp="1"/>
          </p:cNvSpPr>
          <p:nvPr>
            <p:ph type="pic" idx="34"/>
          </p:nvPr>
        </p:nvSpPr>
        <p:spPr>
          <a:xfrm>
            <a:off x="6229786" y="904097"/>
            <a:ext cx="682800" cy="682800"/>
          </a:xfrm>
          <a:prstGeom prst="rect">
            <a:avLst/>
          </a:prstGeom>
          <a:noFill/>
          <a:ln>
            <a:noFill/>
          </a:ln>
        </p:spPr>
      </p:sp>
      <p:sp>
        <p:nvSpPr>
          <p:cNvPr id="485" name="Google Shape;485;p54"/>
          <p:cNvSpPr>
            <a:spLocks noGrp="1"/>
          </p:cNvSpPr>
          <p:nvPr>
            <p:ph type="pic" idx="35"/>
          </p:nvPr>
        </p:nvSpPr>
        <p:spPr>
          <a:xfrm>
            <a:off x="7217553" y="3438164"/>
            <a:ext cx="682800" cy="682800"/>
          </a:xfrm>
          <a:prstGeom prst="rect">
            <a:avLst/>
          </a:prstGeom>
          <a:noFill/>
          <a:ln>
            <a:noFill/>
          </a:ln>
        </p:spPr>
      </p:sp>
      <p:sp>
        <p:nvSpPr>
          <p:cNvPr id="486" name="Google Shape;486;p54"/>
          <p:cNvSpPr>
            <a:spLocks noGrp="1"/>
          </p:cNvSpPr>
          <p:nvPr>
            <p:ph type="pic" idx="36"/>
          </p:nvPr>
        </p:nvSpPr>
        <p:spPr>
          <a:xfrm>
            <a:off x="7217553" y="4705197"/>
            <a:ext cx="682800" cy="682800"/>
          </a:xfrm>
          <a:prstGeom prst="rect">
            <a:avLst/>
          </a:prstGeom>
          <a:noFill/>
          <a:ln>
            <a:noFill/>
          </a:ln>
        </p:spPr>
      </p:sp>
      <p:sp>
        <p:nvSpPr>
          <p:cNvPr id="487" name="Google Shape;487;p54"/>
          <p:cNvSpPr>
            <a:spLocks noGrp="1"/>
          </p:cNvSpPr>
          <p:nvPr>
            <p:ph type="pic" idx="37"/>
          </p:nvPr>
        </p:nvSpPr>
        <p:spPr>
          <a:xfrm>
            <a:off x="7217553" y="2171131"/>
            <a:ext cx="682800" cy="682800"/>
          </a:xfrm>
          <a:prstGeom prst="rect">
            <a:avLst/>
          </a:prstGeom>
          <a:noFill/>
          <a:ln>
            <a:noFill/>
          </a:ln>
        </p:spPr>
      </p:sp>
      <p:sp>
        <p:nvSpPr>
          <p:cNvPr id="488" name="Google Shape;488;p54"/>
          <p:cNvSpPr>
            <a:spLocks noGrp="1"/>
          </p:cNvSpPr>
          <p:nvPr>
            <p:ph type="pic" idx="38"/>
          </p:nvPr>
        </p:nvSpPr>
        <p:spPr>
          <a:xfrm>
            <a:off x="7217553" y="904097"/>
            <a:ext cx="682800" cy="682800"/>
          </a:xfrm>
          <a:prstGeom prst="rect">
            <a:avLst/>
          </a:prstGeom>
          <a:noFill/>
          <a:ln>
            <a:noFill/>
          </a:ln>
        </p:spPr>
      </p:sp>
      <p:cxnSp>
        <p:nvCxnSpPr>
          <p:cNvPr id="489" name="Google Shape;489;p54"/>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490" name="Google Shape;490;p54"/>
          <p:cNvSpPr txBox="1">
            <a:spLocks noGrp="1"/>
          </p:cNvSpPr>
          <p:nvPr>
            <p:ph type="body" idx="39"/>
          </p:nvPr>
        </p:nvSpPr>
        <p:spPr>
          <a:xfrm>
            <a:off x="8515833" y="4161600"/>
            <a:ext cx="30360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491" name="Google Shape;491;p54"/>
          <p:cNvSpPr txBox="1">
            <a:spLocks noGrp="1"/>
          </p:cNvSpPr>
          <p:nvPr>
            <p:ph type="subTitle" idx="40"/>
          </p:nvPr>
        </p:nvSpPr>
        <p:spPr>
          <a:xfrm>
            <a:off x="8508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492" name="Google Shape;492;p54"/>
          <p:cNvSpPr txBox="1">
            <a:spLocks noGrp="1"/>
          </p:cNvSpPr>
          <p:nvPr>
            <p:ph type="body" idx="41"/>
          </p:nvPr>
        </p:nvSpPr>
        <p:spPr>
          <a:xfrm>
            <a:off x="304800" y="5894944"/>
            <a:ext cx="75828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1pPr>
            <a:lvl2pPr marL="914400" lvl="1"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2pPr>
            <a:lvl3pPr marL="1371600" lvl="2"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3pPr>
            <a:lvl4pPr marL="1828800" lvl="3"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4pPr>
            <a:lvl5pPr marL="2286000" lvl="4"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5pPr>
            <a:lvl6pPr marL="2743200" lvl="5"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6pPr>
            <a:lvl7pPr marL="3200400" lvl="6"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7pPr>
            <a:lvl8pPr marL="3657600" lvl="7"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8pPr>
            <a:lvl9pPr marL="4114800" lvl="8" indent="-298450">
              <a:spcBef>
                <a:spcPts val="0"/>
              </a:spcBef>
              <a:spcAft>
                <a:spcPts val="0"/>
              </a:spcAft>
              <a:buClr>
                <a:schemeClr val="accent3"/>
              </a:buClr>
              <a:buSzPts val="1100"/>
              <a:buFont typeface="Work Sans Black"/>
              <a:buChar char="■"/>
              <a:defRPr>
                <a:solidFill>
                  <a:schemeClr val="accent3"/>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Icon Library 2">
  <p:cSld name="TITLE_14_1">
    <p:spTree>
      <p:nvGrpSpPr>
        <p:cNvPr id="1" name="Shape 493"/>
        <p:cNvGrpSpPr/>
        <p:nvPr/>
      </p:nvGrpSpPr>
      <p:grpSpPr>
        <a:xfrm>
          <a:off x="0" y="0"/>
          <a:ext cx="0" cy="0"/>
          <a:chOff x="0" y="0"/>
          <a:chExt cx="0" cy="0"/>
        </a:xfrm>
      </p:grpSpPr>
      <p:sp>
        <p:nvSpPr>
          <p:cNvPr id="494" name="Google Shape;494;p55"/>
          <p:cNvSpPr>
            <a:spLocks noGrp="1"/>
          </p:cNvSpPr>
          <p:nvPr>
            <p:ph type="pic" idx="2"/>
          </p:nvPr>
        </p:nvSpPr>
        <p:spPr>
          <a:xfrm>
            <a:off x="304636" y="3438164"/>
            <a:ext cx="682800" cy="682800"/>
          </a:xfrm>
          <a:prstGeom prst="rect">
            <a:avLst/>
          </a:prstGeom>
          <a:noFill/>
          <a:ln>
            <a:noFill/>
          </a:ln>
        </p:spPr>
      </p:sp>
      <p:sp>
        <p:nvSpPr>
          <p:cNvPr id="495" name="Google Shape;495;p55"/>
          <p:cNvSpPr>
            <a:spLocks noGrp="1"/>
          </p:cNvSpPr>
          <p:nvPr>
            <p:ph type="pic" idx="3"/>
          </p:nvPr>
        </p:nvSpPr>
        <p:spPr>
          <a:xfrm>
            <a:off x="304636" y="4705197"/>
            <a:ext cx="682800" cy="682800"/>
          </a:xfrm>
          <a:prstGeom prst="rect">
            <a:avLst/>
          </a:prstGeom>
          <a:noFill/>
          <a:ln>
            <a:noFill/>
          </a:ln>
        </p:spPr>
      </p:sp>
      <p:sp>
        <p:nvSpPr>
          <p:cNvPr id="496" name="Google Shape;496;p55"/>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497" name="Google Shape;497;p55"/>
          <p:cNvSpPr txBox="1">
            <a:spLocks noGrp="1"/>
          </p:cNvSpPr>
          <p:nvPr>
            <p:ph type="body" idx="1"/>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98" name="Google Shape;498;p55"/>
          <p:cNvSpPr txBox="1">
            <a:spLocks noGrp="1"/>
          </p:cNvSpPr>
          <p:nvPr>
            <p:ph type="body" idx="4"/>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499" name="Google Shape;499;p55"/>
          <p:cNvSpPr txBox="1">
            <a:spLocks noGrp="1"/>
          </p:cNvSpPr>
          <p:nvPr>
            <p:ph type="body" idx="5"/>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sp>
        <p:nvSpPr>
          <p:cNvPr id="500" name="Google Shape;500;p55"/>
          <p:cNvSpPr>
            <a:spLocks noGrp="1"/>
          </p:cNvSpPr>
          <p:nvPr>
            <p:ph type="pic" idx="6"/>
          </p:nvPr>
        </p:nvSpPr>
        <p:spPr>
          <a:xfrm>
            <a:off x="304636" y="2171131"/>
            <a:ext cx="682800" cy="682800"/>
          </a:xfrm>
          <a:prstGeom prst="rect">
            <a:avLst/>
          </a:prstGeom>
          <a:noFill/>
          <a:ln>
            <a:noFill/>
          </a:ln>
        </p:spPr>
      </p:sp>
      <p:sp>
        <p:nvSpPr>
          <p:cNvPr id="501" name="Google Shape;501;p55"/>
          <p:cNvSpPr>
            <a:spLocks noGrp="1"/>
          </p:cNvSpPr>
          <p:nvPr>
            <p:ph type="pic" idx="7"/>
          </p:nvPr>
        </p:nvSpPr>
        <p:spPr>
          <a:xfrm>
            <a:off x="304636" y="904097"/>
            <a:ext cx="682800" cy="682800"/>
          </a:xfrm>
          <a:prstGeom prst="rect">
            <a:avLst/>
          </a:prstGeom>
          <a:noFill/>
          <a:ln>
            <a:noFill/>
          </a:ln>
        </p:spPr>
      </p:sp>
      <p:sp>
        <p:nvSpPr>
          <p:cNvPr id="502" name="Google Shape;502;p55"/>
          <p:cNvSpPr>
            <a:spLocks noGrp="1"/>
          </p:cNvSpPr>
          <p:nvPr>
            <p:ph type="pic" idx="8"/>
          </p:nvPr>
        </p:nvSpPr>
        <p:spPr>
          <a:xfrm>
            <a:off x="1292403" y="3438164"/>
            <a:ext cx="682800" cy="682800"/>
          </a:xfrm>
          <a:prstGeom prst="rect">
            <a:avLst/>
          </a:prstGeom>
          <a:noFill/>
          <a:ln>
            <a:noFill/>
          </a:ln>
        </p:spPr>
      </p:sp>
      <p:sp>
        <p:nvSpPr>
          <p:cNvPr id="503" name="Google Shape;503;p55"/>
          <p:cNvSpPr>
            <a:spLocks noGrp="1"/>
          </p:cNvSpPr>
          <p:nvPr>
            <p:ph type="pic" idx="9"/>
          </p:nvPr>
        </p:nvSpPr>
        <p:spPr>
          <a:xfrm>
            <a:off x="1292403" y="4705197"/>
            <a:ext cx="682800" cy="682800"/>
          </a:xfrm>
          <a:prstGeom prst="rect">
            <a:avLst/>
          </a:prstGeom>
          <a:noFill/>
          <a:ln>
            <a:noFill/>
          </a:ln>
        </p:spPr>
      </p:sp>
      <p:sp>
        <p:nvSpPr>
          <p:cNvPr id="504" name="Google Shape;504;p55"/>
          <p:cNvSpPr>
            <a:spLocks noGrp="1"/>
          </p:cNvSpPr>
          <p:nvPr>
            <p:ph type="pic" idx="13"/>
          </p:nvPr>
        </p:nvSpPr>
        <p:spPr>
          <a:xfrm>
            <a:off x="1292403" y="2171131"/>
            <a:ext cx="682800" cy="682800"/>
          </a:xfrm>
          <a:prstGeom prst="rect">
            <a:avLst/>
          </a:prstGeom>
          <a:noFill/>
          <a:ln>
            <a:noFill/>
          </a:ln>
        </p:spPr>
      </p:sp>
      <p:sp>
        <p:nvSpPr>
          <p:cNvPr id="505" name="Google Shape;505;p55"/>
          <p:cNvSpPr>
            <a:spLocks noGrp="1"/>
          </p:cNvSpPr>
          <p:nvPr>
            <p:ph type="pic" idx="14"/>
          </p:nvPr>
        </p:nvSpPr>
        <p:spPr>
          <a:xfrm>
            <a:off x="1292403" y="904097"/>
            <a:ext cx="682800" cy="682800"/>
          </a:xfrm>
          <a:prstGeom prst="rect">
            <a:avLst/>
          </a:prstGeom>
          <a:noFill/>
          <a:ln>
            <a:noFill/>
          </a:ln>
        </p:spPr>
      </p:sp>
      <p:sp>
        <p:nvSpPr>
          <p:cNvPr id="506" name="Google Shape;506;p55"/>
          <p:cNvSpPr>
            <a:spLocks noGrp="1"/>
          </p:cNvSpPr>
          <p:nvPr>
            <p:ph type="pic" idx="15"/>
          </p:nvPr>
        </p:nvSpPr>
        <p:spPr>
          <a:xfrm>
            <a:off x="2280169" y="3438164"/>
            <a:ext cx="682800" cy="682800"/>
          </a:xfrm>
          <a:prstGeom prst="rect">
            <a:avLst/>
          </a:prstGeom>
          <a:noFill/>
          <a:ln>
            <a:noFill/>
          </a:ln>
        </p:spPr>
      </p:sp>
      <p:sp>
        <p:nvSpPr>
          <p:cNvPr id="507" name="Google Shape;507;p55"/>
          <p:cNvSpPr>
            <a:spLocks noGrp="1"/>
          </p:cNvSpPr>
          <p:nvPr>
            <p:ph type="pic" idx="16"/>
          </p:nvPr>
        </p:nvSpPr>
        <p:spPr>
          <a:xfrm>
            <a:off x="2280170" y="4705197"/>
            <a:ext cx="682800" cy="682800"/>
          </a:xfrm>
          <a:prstGeom prst="rect">
            <a:avLst/>
          </a:prstGeom>
          <a:noFill/>
          <a:ln>
            <a:noFill/>
          </a:ln>
        </p:spPr>
      </p:sp>
      <p:sp>
        <p:nvSpPr>
          <p:cNvPr id="508" name="Google Shape;508;p55"/>
          <p:cNvSpPr>
            <a:spLocks noGrp="1"/>
          </p:cNvSpPr>
          <p:nvPr>
            <p:ph type="pic" idx="17"/>
          </p:nvPr>
        </p:nvSpPr>
        <p:spPr>
          <a:xfrm>
            <a:off x="2280169" y="2171131"/>
            <a:ext cx="682800" cy="682800"/>
          </a:xfrm>
          <a:prstGeom prst="rect">
            <a:avLst/>
          </a:prstGeom>
          <a:noFill/>
          <a:ln>
            <a:noFill/>
          </a:ln>
        </p:spPr>
      </p:sp>
      <p:sp>
        <p:nvSpPr>
          <p:cNvPr id="509" name="Google Shape;509;p55"/>
          <p:cNvSpPr>
            <a:spLocks noGrp="1"/>
          </p:cNvSpPr>
          <p:nvPr>
            <p:ph type="pic" idx="18"/>
          </p:nvPr>
        </p:nvSpPr>
        <p:spPr>
          <a:xfrm>
            <a:off x="2280169" y="904097"/>
            <a:ext cx="682800" cy="682800"/>
          </a:xfrm>
          <a:prstGeom prst="rect">
            <a:avLst/>
          </a:prstGeom>
          <a:noFill/>
          <a:ln>
            <a:noFill/>
          </a:ln>
        </p:spPr>
      </p:sp>
      <p:sp>
        <p:nvSpPr>
          <p:cNvPr id="510" name="Google Shape;510;p55"/>
          <p:cNvSpPr>
            <a:spLocks noGrp="1"/>
          </p:cNvSpPr>
          <p:nvPr>
            <p:ph type="pic" idx="19"/>
          </p:nvPr>
        </p:nvSpPr>
        <p:spPr>
          <a:xfrm>
            <a:off x="3267936" y="3438164"/>
            <a:ext cx="682800" cy="682800"/>
          </a:xfrm>
          <a:prstGeom prst="rect">
            <a:avLst/>
          </a:prstGeom>
          <a:noFill/>
          <a:ln>
            <a:noFill/>
          </a:ln>
        </p:spPr>
      </p:sp>
      <p:sp>
        <p:nvSpPr>
          <p:cNvPr id="511" name="Google Shape;511;p55"/>
          <p:cNvSpPr>
            <a:spLocks noGrp="1"/>
          </p:cNvSpPr>
          <p:nvPr>
            <p:ph type="pic" idx="20"/>
          </p:nvPr>
        </p:nvSpPr>
        <p:spPr>
          <a:xfrm>
            <a:off x="3267936" y="4705197"/>
            <a:ext cx="682800" cy="682800"/>
          </a:xfrm>
          <a:prstGeom prst="rect">
            <a:avLst/>
          </a:prstGeom>
          <a:noFill/>
          <a:ln>
            <a:noFill/>
          </a:ln>
        </p:spPr>
      </p:sp>
      <p:sp>
        <p:nvSpPr>
          <p:cNvPr id="512" name="Google Shape;512;p55"/>
          <p:cNvSpPr>
            <a:spLocks noGrp="1"/>
          </p:cNvSpPr>
          <p:nvPr>
            <p:ph type="pic" idx="21"/>
          </p:nvPr>
        </p:nvSpPr>
        <p:spPr>
          <a:xfrm>
            <a:off x="3267936" y="2171131"/>
            <a:ext cx="682800" cy="682800"/>
          </a:xfrm>
          <a:prstGeom prst="rect">
            <a:avLst/>
          </a:prstGeom>
          <a:noFill/>
          <a:ln>
            <a:noFill/>
          </a:ln>
        </p:spPr>
      </p:sp>
      <p:sp>
        <p:nvSpPr>
          <p:cNvPr id="513" name="Google Shape;513;p55"/>
          <p:cNvSpPr>
            <a:spLocks noGrp="1"/>
          </p:cNvSpPr>
          <p:nvPr>
            <p:ph type="pic" idx="22"/>
          </p:nvPr>
        </p:nvSpPr>
        <p:spPr>
          <a:xfrm>
            <a:off x="3267936" y="904097"/>
            <a:ext cx="682800" cy="682800"/>
          </a:xfrm>
          <a:prstGeom prst="rect">
            <a:avLst/>
          </a:prstGeom>
          <a:noFill/>
          <a:ln>
            <a:noFill/>
          </a:ln>
        </p:spPr>
      </p:sp>
      <p:sp>
        <p:nvSpPr>
          <p:cNvPr id="514" name="Google Shape;514;p55"/>
          <p:cNvSpPr>
            <a:spLocks noGrp="1"/>
          </p:cNvSpPr>
          <p:nvPr>
            <p:ph type="pic" idx="23"/>
          </p:nvPr>
        </p:nvSpPr>
        <p:spPr>
          <a:xfrm>
            <a:off x="4254736" y="3438164"/>
            <a:ext cx="682800" cy="682800"/>
          </a:xfrm>
          <a:prstGeom prst="rect">
            <a:avLst/>
          </a:prstGeom>
          <a:noFill/>
          <a:ln>
            <a:noFill/>
          </a:ln>
        </p:spPr>
      </p:sp>
      <p:sp>
        <p:nvSpPr>
          <p:cNvPr id="515" name="Google Shape;515;p55"/>
          <p:cNvSpPr>
            <a:spLocks noGrp="1"/>
          </p:cNvSpPr>
          <p:nvPr>
            <p:ph type="pic" idx="24"/>
          </p:nvPr>
        </p:nvSpPr>
        <p:spPr>
          <a:xfrm>
            <a:off x="4254736" y="4705197"/>
            <a:ext cx="682800" cy="682800"/>
          </a:xfrm>
          <a:prstGeom prst="rect">
            <a:avLst/>
          </a:prstGeom>
          <a:noFill/>
          <a:ln>
            <a:noFill/>
          </a:ln>
        </p:spPr>
      </p:sp>
      <p:sp>
        <p:nvSpPr>
          <p:cNvPr id="516" name="Google Shape;516;p55"/>
          <p:cNvSpPr>
            <a:spLocks noGrp="1"/>
          </p:cNvSpPr>
          <p:nvPr>
            <p:ph type="pic" idx="25"/>
          </p:nvPr>
        </p:nvSpPr>
        <p:spPr>
          <a:xfrm>
            <a:off x="4254736" y="2171131"/>
            <a:ext cx="682800" cy="682800"/>
          </a:xfrm>
          <a:prstGeom prst="rect">
            <a:avLst/>
          </a:prstGeom>
          <a:noFill/>
          <a:ln>
            <a:noFill/>
          </a:ln>
        </p:spPr>
      </p:sp>
      <p:sp>
        <p:nvSpPr>
          <p:cNvPr id="517" name="Google Shape;517;p55"/>
          <p:cNvSpPr>
            <a:spLocks noGrp="1"/>
          </p:cNvSpPr>
          <p:nvPr>
            <p:ph type="pic" idx="26"/>
          </p:nvPr>
        </p:nvSpPr>
        <p:spPr>
          <a:xfrm>
            <a:off x="4254736" y="904097"/>
            <a:ext cx="682800" cy="682800"/>
          </a:xfrm>
          <a:prstGeom prst="rect">
            <a:avLst/>
          </a:prstGeom>
          <a:noFill/>
          <a:ln>
            <a:noFill/>
          </a:ln>
        </p:spPr>
      </p:sp>
      <p:sp>
        <p:nvSpPr>
          <p:cNvPr id="518" name="Google Shape;518;p55"/>
          <p:cNvSpPr>
            <a:spLocks noGrp="1"/>
          </p:cNvSpPr>
          <p:nvPr>
            <p:ph type="pic" idx="27"/>
          </p:nvPr>
        </p:nvSpPr>
        <p:spPr>
          <a:xfrm>
            <a:off x="5242503" y="3438164"/>
            <a:ext cx="682800" cy="682800"/>
          </a:xfrm>
          <a:prstGeom prst="rect">
            <a:avLst/>
          </a:prstGeom>
          <a:noFill/>
          <a:ln>
            <a:noFill/>
          </a:ln>
        </p:spPr>
      </p:sp>
      <p:sp>
        <p:nvSpPr>
          <p:cNvPr id="519" name="Google Shape;519;p55"/>
          <p:cNvSpPr>
            <a:spLocks noGrp="1"/>
          </p:cNvSpPr>
          <p:nvPr>
            <p:ph type="pic" idx="28"/>
          </p:nvPr>
        </p:nvSpPr>
        <p:spPr>
          <a:xfrm>
            <a:off x="5242503" y="4705197"/>
            <a:ext cx="682800" cy="682800"/>
          </a:xfrm>
          <a:prstGeom prst="rect">
            <a:avLst/>
          </a:prstGeom>
          <a:noFill/>
          <a:ln>
            <a:noFill/>
          </a:ln>
        </p:spPr>
      </p:sp>
      <p:sp>
        <p:nvSpPr>
          <p:cNvPr id="520" name="Google Shape;520;p55"/>
          <p:cNvSpPr>
            <a:spLocks noGrp="1"/>
          </p:cNvSpPr>
          <p:nvPr>
            <p:ph type="pic" idx="29"/>
          </p:nvPr>
        </p:nvSpPr>
        <p:spPr>
          <a:xfrm>
            <a:off x="5242503" y="2171131"/>
            <a:ext cx="682800" cy="682800"/>
          </a:xfrm>
          <a:prstGeom prst="rect">
            <a:avLst/>
          </a:prstGeom>
          <a:noFill/>
          <a:ln>
            <a:noFill/>
          </a:ln>
        </p:spPr>
      </p:sp>
      <p:sp>
        <p:nvSpPr>
          <p:cNvPr id="521" name="Google Shape;521;p55"/>
          <p:cNvSpPr>
            <a:spLocks noGrp="1"/>
          </p:cNvSpPr>
          <p:nvPr>
            <p:ph type="pic" idx="30"/>
          </p:nvPr>
        </p:nvSpPr>
        <p:spPr>
          <a:xfrm>
            <a:off x="5242503" y="904097"/>
            <a:ext cx="682800" cy="682800"/>
          </a:xfrm>
          <a:prstGeom prst="rect">
            <a:avLst/>
          </a:prstGeom>
          <a:noFill/>
          <a:ln>
            <a:noFill/>
          </a:ln>
        </p:spPr>
      </p:sp>
      <p:sp>
        <p:nvSpPr>
          <p:cNvPr id="522" name="Google Shape;522;p55"/>
          <p:cNvSpPr>
            <a:spLocks noGrp="1"/>
          </p:cNvSpPr>
          <p:nvPr>
            <p:ph type="pic" idx="31"/>
          </p:nvPr>
        </p:nvSpPr>
        <p:spPr>
          <a:xfrm>
            <a:off x="6229786" y="3438164"/>
            <a:ext cx="682800" cy="682800"/>
          </a:xfrm>
          <a:prstGeom prst="rect">
            <a:avLst/>
          </a:prstGeom>
          <a:noFill/>
          <a:ln>
            <a:noFill/>
          </a:ln>
        </p:spPr>
      </p:sp>
      <p:sp>
        <p:nvSpPr>
          <p:cNvPr id="523" name="Google Shape;523;p55"/>
          <p:cNvSpPr>
            <a:spLocks noGrp="1"/>
          </p:cNvSpPr>
          <p:nvPr>
            <p:ph type="pic" idx="32"/>
          </p:nvPr>
        </p:nvSpPr>
        <p:spPr>
          <a:xfrm>
            <a:off x="6229786" y="4705197"/>
            <a:ext cx="682800" cy="682800"/>
          </a:xfrm>
          <a:prstGeom prst="rect">
            <a:avLst/>
          </a:prstGeom>
          <a:noFill/>
          <a:ln>
            <a:noFill/>
          </a:ln>
        </p:spPr>
      </p:sp>
      <p:sp>
        <p:nvSpPr>
          <p:cNvPr id="524" name="Google Shape;524;p55"/>
          <p:cNvSpPr>
            <a:spLocks noGrp="1"/>
          </p:cNvSpPr>
          <p:nvPr>
            <p:ph type="pic" idx="33"/>
          </p:nvPr>
        </p:nvSpPr>
        <p:spPr>
          <a:xfrm>
            <a:off x="6229786" y="2171131"/>
            <a:ext cx="682800" cy="682800"/>
          </a:xfrm>
          <a:prstGeom prst="rect">
            <a:avLst/>
          </a:prstGeom>
          <a:noFill/>
          <a:ln>
            <a:noFill/>
          </a:ln>
        </p:spPr>
      </p:sp>
      <p:sp>
        <p:nvSpPr>
          <p:cNvPr id="525" name="Google Shape;525;p55"/>
          <p:cNvSpPr>
            <a:spLocks noGrp="1"/>
          </p:cNvSpPr>
          <p:nvPr>
            <p:ph type="pic" idx="34"/>
          </p:nvPr>
        </p:nvSpPr>
        <p:spPr>
          <a:xfrm>
            <a:off x="6229786" y="904097"/>
            <a:ext cx="682800" cy="682800"/>
          </a:xfrm>
          <a:prstGeom prst="rect">
            <a:avLst/>
          </a:prstGeom>
          <a:noFill/>
          <a:ln>
            <a:noFill/>
          </a:ln>
        </p:spPr>
      </p:sp>
      <p:sp>
        <p:nvSpPr>
          <p:cNvPr id="526" name="Google Shape;526;p55"/>
          <p:cNvSpPr>
            <a:spLocks noGrp="1"/>
          </p:cNvSpPr>
          <p:nvPr>
            <p:ph type="pic" idx="35"/>
          </p:nvPr>
        </p:nvSpPr>
        <p:spPr>
          <a:xfrm>
            <a:off x="7217553" y="3438164"/>
            <a:ext cx="682800" cy="682800"/>
          </a:xfrm>
          <a:prstGeom prst="rect">
            <a:avLst/>
          </a:prstGeom>
          <a:noFill/>
          <a:ln>
            <a:noFill/>
          </a:ln>
        </p:spPr>
      </p:sp>
      <p:sp>
        <p:nvSpPr>
          <p:cNvPr id="527" name="Google Shape;527;p55"/>
          <p:cNvSpPr>
            <a:spLocks noGrp="1"/>
          </p:cNvSpPr>
          <p:nvPr>
            <p:ph type="pic" idx="36"/>
          </p:nvPr>
        </p:nvSpPr>
        <p:spPr>
          <a:xfrm>
            <a:off x="7217553" y="4705197"/>
            <a:ext cx="682800" cy="682800"/>
          </a:xfrm>
          <a:prstGeom prst="rect">
            <a:avLst/>
          </a:prstGeom>
          <a:noFill/>
          <a:ln>
            <a:noFill/>
          </a:ln>
        </p:spPr>
      </p:sp>
      <p:sp>
        <p:nvSpPr>
          <p:cNvPr id="528" name="Google Shape;528;p55"/>
          <p:cNvSpPr>
            <a:spLocks noGrp="1"/>
          </p:cNvSpPr>
          <p:nvPr>
            <p:ph type="pic" idx="37"/>
          </p:nvPr>
        </p:nvSpPr>
        <p:spPr>
          <a:xfrm>
            <a:off x="7217553" y="2171131"/>
            <a:ext cx="682800" cy="682800"/>
          </a:xfrm>
          <a:prstGeom prst="rect">
            <a:avLst/>
          </a:prstGeom>
          <a:noFill/>
          <a:ln>
            <a:noFill/>
          </a:ln>
        </p:spPr>
      </p:sp>
      <p:sp>
        <p:nvSpPr>
          <p:cNvPr id="529" name="Google Shape;529;p55"/>
          <p:cNvSpPr>
            <a:spLocks noGrp="1"/>
          </p:cNvSpPr>
          <p:nvPr>
            <p:ph type="pic" idx="38"/>
          </p:nvPr>
        </p:nvSpPr>
        <p:spPr>
          <a:xfrm>
            <a:off x="7217553" y="904097"/>
            <a:ext cx="682800" cy="682800"/>
          </a:xfrm>
          <a:prstGeom prst="rect">
            <a:avLst/>
          </a:prstGeom>
          <a:noFill/>
          <a:ln>
            <a:noFill/>
          </a:ln>
        </p:spPr>
      </p:sp>
      <p:cxnSp>
        <p:nvCxnSpPr>
          <p:cNvPr id="530" name="Google Shape;530;p55"/>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531" name="Google Shape;531;p55"/>
          <p:cNvSpPr>
            <a:spLocks noGrp="1"/>
          </p:cNvSpPr>
          <p:nvPr>
            <p:ph type="pic" idx="39"/>
          </p:nvPr>
        </p:nvSpPr>
        <p:spPr>
          <a:xfrm>
            <a:off x="8198086" y="3438164"/>
            <a:ext cx="682800" cy="682800"/>
          </a:xfrm>
          <a:prstGeom prst="rect">
            <a:avLst/>
          </a:prstGeom>
          <a:noFill/>
          <a:ln>
            <a:noFill/>
          </a:ln>
        </p:spPr>
      </p:sp>
      <p:sp>
        <p:nvSpPr>
          <p:cNvPr id="532" name="Google Shape;532;p55"/>
          <p:cNvSpPr>
            <a:spLocks noGrp="1"/>
          </p:cNvSpPr>
          <p:nvPr>
            <p:ph type="pic" idx="40"/>
          </p:nvPr>
        </p:nvSpPr>
        <p:spPr>
          <a:xfrm>
            <a:off x="8198086" y="4705197"/>
            <a:ext cx="682800" cy="682800"/>
          </a:xfrm>
          <a:prstGeom prst="rect">
            <a:avLst/>
          </a:prstGeom>
          <a:noFill/>
          <a:ln>
            <a:noFill/>
          </a:ln>
        </p:spPr>
      </p:sp>
      <p:sp>
        <p:nvSpPr>
          <p:cNvPr id="533" name="Google Shape;533;p55"/>
          <p:cNvSpPr>
            <a:spLocks noGrp="1"/>
          </p:cNvSpPr>
          <p:nvPr>
            <p:ph type="pic" idx="41"/>
          </p:nvPr>
        </p:nvSpPr>
        <p:spPr>
          <a:xfrm>
            <a:off x="8198086" y="2171131"/>
            <a:ext cx="682800" cy="682800"/>
          </a:xfrm>
          <a:prstGeom prst="rect">
            <a:avLst/>
          </a:prstGeom>
          <a:noFill/>
          <a:ln>
            <a:noFill/>
          </a:ln>
        </p:spPr>
      </p:sp>
      <p:sp>
        <p:nvSpPr>
          <p:cNvPr id="534" name="Google Shape;534;p55"/>
          <p:cNvSpPr>
            <a:spLocks noGrp="1"/>
          </p:cNvSpPr>
          <p:nvPr>
            <p:ph type="pic" idx="42"/>
          </p:nvPr>
        </p:nvSpPr>
        <p:spPr>
          <a:xfrm>
            <a:off x="8198086" y="904097"/>
            <a:ext cx="682800" cy="682800"/>
          </a:xfrm>
          <a:prstGeom prst="rect">
            <a:avLst/>
          </a:prstGeom>
          <a:noFill/>
          <a:ln>
            <a:noFill/>
          </a:ln>
        </p:spPr>
      </p:sp>
      <p:sp>
        <p:nvSpPr>
          <p:cNvPr id="535" name="Google Shape;535;p55"/>
          <p:cNvSpPr>
            <a:spLocks noGrp="1"/>
          </p:cNvSpPr>
          <p:nvPr>
            <p:ph type="pic" idx="43"/>
          </p:nvPr>
        </p:nvSpPr>
        <p:spPr>
          <a:xfrm>
            <a:off x="9178619" y="3438164"/>
            <a:ext cx="682800" cy="682800"/>
          </a:xfrm>
          <a:prstGeom prst="rect">
            <a:avLst/>
          </a:prstGeom>
          <a:noFill/>
          <a:ln>
            <a:noFill/>
          </a:ln>
        </p:spPr>
      </p:sp>
      <p:sp>
        <p:nvSpPr>
          <p:cNvPr id="536" name="Google Shape;536;p55"/>
          <p:cNvSpPr>
            <a:spLocks noGrp="1"/>
          </p:cNvSpPr>
          <p:nvPr>
            <p:ph type="pic" idx="44"/>
          </p:nvPr>
        </p:nvSpPr>
        <p:spPr>
          <a:xfrm>
            <a:off x="9178620" y="4705197"/>
            <a:ext cx="682800" cy="682800"/>
          </a:xfrm>
          <a:prstGeom prst="rect">
            <a:avLst/>
          </a:prstGeom>
          <a:noFill/>
          <a:ln>
            <a:noFill/>
          </a:ln>
        </p:spPr>
      </p:sp>
      <p:sp>
        <p:nvSpPr>
          <p:cNvPr id="537" name="Google Shape;537;p55"/>
          <p:cNvSpPr>
            <a:spLocks noGrp="1"/>
          </p:cNvSpPr>
          <p:nvPr>
            <p:ph type="pic" idx="45"/>
          </p:nvPr>
        </p:nvSpPr>
        <p:spPr>
          <a:xfrm>
            <a:off x="9178619" y="2171131"/>
            <a:ext cx="682800" cy="682800"/>
          </a:xfrm>
          <a:prstGeom prst="rect">
            <a:avLst/>
          </a:prstGeom>
          <a:noFill/>
          <a:ln>
            <a:noFill/>
          </a:ln>
        </p:spPr>
      </p:sp>
      <p:sp>
        <p:nvSpPr>
          <p:cNvPr id="538" name="Google Shape;538;p55"/>
          <p:cNvSpPr>
            <a:spLocks noGrp="1"/>
          </p:cNvSpPr>
          <p:nvPr>
            <p:ph type="pic" idx="46"/>
          </p:nvPr>
        </p:nvSpPr>
        <p:spPr>
          <a:xfrm>
            <a:off x="9178619" y="904097"/>
            <a:ext cx="682800" cy="682800"/>
          </a:xfrm>
          <a:prstGeom prst="rect">
            <a:avLst/>
          </a:prstGeom>
          <a:noFill/>
          <a:ln>
            <a:noFill/>
          </a:ln>
        </p:spPr>
      </p:sp>
      <p:sp>
        <p:nvSpPr>
          <p:cNvPr id="539" name="Google Shape;539;p55"/>
          <p:cNvSpPr>
            <a:spLocks noGrp="1"/>
          </p:cNvSpPr>
          <p:nvPr>
            <p:ph type="pic" idx="47"/>
          </p:nvPr>
        </p:nvSpPr>
        <p:spPr>
          <a:xfrm>
            <a:off x="10180386" y="3438164"/>
            <a:ext cx="682800" cy="682800"/>
          </a:xfrm>
          <a:prstGeom prst="rect">
            <a:avLst/>
          </a:prstGeom>
          <a:noFill/>
          <a:ln>
            <a:noFill/>
          </a:ln>
        </p:spPr>
      </p:sp>
      <p:sp>
        <p:nvSpPr>
          <p:cNvPr id="540" name="Google Shape;540;p55"/>
          <p:cNvSpPr>
            <a:spLocks noGrp="1"/>
          </p:cNvSpPr>
          <p:nvPr>
            <p:ph type="pic" idx="48"/>
          </p:nvPr>
        </p:nvSpPr>
        <p:spPr>
          <a:xfrm>
            <a:off x="10180386" y="4705197"/>
            <a:ext cx="682800" cy="682800"/>
          </a:xfrm>
          <a:prstGeom prst="rect">
            <a:avLst/>
          </a:prstGeom>
          <a:noFill/>
          <a:ln>
            <a:noFill/>
          </a:ln>
        </p:spPr>
      </p:sp>
      <p:sp>
        <p:nvSpPr>
          <p:cNvPr id="541" name="Google Shape;541;p55"/>
          <p:cNvSpPr>
            <a:spLocks noGrp="1"/>
          </p:cNvSpPr>
          <p:nvPr>
            <p:ph type="pic" idx="49"/>
          </p:nvPr>
        </p:nvSpPr>
        <p:spPr>
          <a:xfrm>
            <a:off x="10180386" y="2171131"/>
            <a:ext cx="682800" cy="682800"/>
          </a:xfrm>
          <a:prstGeom prst="rect">
            <a:avLst/>
          </a:prstGeom>
          <a:noFill/>
          <a:ln>
            <a:noFill/>
          </a:ln>
        </p:spPr>
      </p:sp>
      <p:sp>
        <p:nvSpPr>
          <p:cNvPr id="542" name="Google Shape;542;p55"/>
          <p:cNvSpPr>
            <a:spLocks noGrp="1"/>
          </p:cNvSpPr>
          <p:nvPr>
            <p:ph type="pic" idx="50"/>
          </p:nvPr>
        </p:nvSpPr>
        <p:spPr>
          <a:xfrm>
            <a:off x="10180386" y="904097"/>
            <a:ext cx="682800" cy="682800"/>
          </a:xfrm>
          <a:prstGeom prst="rect">
            <a:avLst/>
          </a:prstGeom>
          <a:noFill/>
          <a:ln>
            <a:noFill/>
          </a:ln>
        </p:spPr>
      </p:sp>
      <p:sp>
        <p:nvSpPr>
          <p:cNvPr id="543" name="Google Shape;543;p55"/>
          <p:cNvSpPr>
            <a:spLocks noGrp="1"/>
          </p:cNvSpPr>
          <p:nvPr>
            <p:ph type="pic" idx="51"/>
          </p:nvPr>
        </p:nvSpPr>
        <p:spPr>
          <a:xfrm>
            <a:off x="11154153" y="3438164"/>
            <a:ext cx="682800" cy="682800"/>
          </a:xfrm>
          <a:prstGeom prst="rect">
            <a:avLst/>
          </a:prstGeom>
          <a:noFill/>
          <a:ln>
            <a:noFill/>
          </a:ln>
        </p:spPr>
      </p:sp>
      <p:sp>
        <p:nvSpPr>
          <p:cNvPr id="544" name="Google Shape;544;p55"/>
          <p:cNvSpPr>
            <a:spLocks noGrp="1"/>
          </p:cNvSpPr>
          <p:nvPr>
            <p:ph type="pic" idx="52"/>
          </p:nvPr>
        </p:nvSpPr>
        <p:spPr>
          <a:xfrm>
            <a:off x="11154153" y="4705197"/>
            <a:ext cx="682800" cy="682800"/>
          </a:xfrm>
          <a:prstGeom prst="rect">
            <a:avLst/>
          </a:prstGeom>
          <a:noFill/>
          <a:ln>
            <a:noFill/>
          </a:ln>
        </p:spPr>
      </p:sp>
      <p:sp>
        <p:nvSpPr>
          <p:cNvPr id="545" name="Google Shape;545;p55"/>
          <p:cNvSpPr>
            <a:spLocks noGrp="1"/>
          </p:cNvSpPr>
          <p:nvPr>
            <p:ph type="pic" idx="53"/>
          </p:nvPr>
        </p:nvSpPr>
        <p:spPr>
          <a:xfrm>
            <a:off x="11154153" y="2171131"/>
            <a:ext cx="682800" cy="682800"/>
          </a:xfrm>
          <a:prstGeom prst="rect">
            <a:avLst/>
          </a:prstGeom>
          <a:noFill/>
          <a:ln>
            <a:noFill/>
          </a:ln>
        </p:spPr>
      </p:sp>
      <p:sp>
        <p:nvSpPr>
          <p:cNvPr id="546" name="Google Shape;546;p55"/>
          <p:cNvSpPr>
            <a:spLocks noGrp="1"/>
          </p:cNvSpPr>
          <p:nvPr>
            <p:ph type="pic" idx="54"/>
          </p:nvPr>
        </p:nvSpPr>
        <p:spPr>
          <a:xfrm>
            <a:off x="11154153" y="904097"/>
            <a:ext cx="682800" cy="6828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Grid System">
  <p:cSld name="TITLE_19">
    <p:spTree>
      <p:nvGrpSpPr>
        <p:cNvPr id="1" name="Shape 547"/>
        <p:cNvGrpSpPr/>
        <p:nvPr/>
      </p:nvGrpSpPr>
      <p:grpSpPr>
        <a:xfrm>
          <a:off x="0" y="0"/>
          <a:ext cx="0" cy="0"/>
          <a:chOff x="0" y="0"/>
          <a:chExt cx="0" cy="0"/>
        </a:xfrm>
      </p:grpSpPr>
      <p:sp>
        <p:nvSpPr>
          <p:cNvPr id="548" name="Google Shape;548;p56"/>
          <p:cNvSpPr/>
          <p:nvPr/>
        </p:nvSpPr>
        <p:spPr>
          <a:xfrm rot="5400000">
            <a:off x="-724217" y="1345817"/>
            <a:ext cx="5702100" cy="36444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49" name="Google Shape;549;p56"/>
          <p:cNvSpPr txBox="1">
            <a:spLocks noGrp="1"/>
          </p:cNvSpPr>
          <p:nvPr>
            <p:ph type="subTitle" idx="1"/>
          </p:nvPr>
        </p:nvSpPr>
        <p:spPr>
          <a:xfrm>
            <a:off x="599433" y="576767"/>
            <a:ext cx="3036000" cy="225600"/>
          </a:xfrm>
          <a:prstGeom prst="rect">
            <a:avLst/>
          </a:prstGeom>
        </p:spPr>
        <p:txBody>
          <a:bodyPr spcFirstLastPara="1" wrap="square" lIns="0" tIns="0" rIns="0" bIns="0" anchor="b" anchorCtr="0">
            <a:noAutofit/>
          </a:bodyPr>
          <a:lstStyle>
            <a:lvl1pPr lvl="0">
              <a:spcBef>
                <a:spcPts val="0"/>
              </a:spcBef>
              <a:spcAft>
                <a:spcPts val="0"/>
              </a:spcAft>
              <a:buClr>
                <a:schemeClr val="accent3"/>
              </a:buClr>
              <a:buSzPts val="1500"/>
              <a:buFont typeface="Work Sans Black"/>
              <a:buNone/>
              <a:defRPr>
                <a:solidFill>
                  <a:schemeClr val="accent3"/>
                </a:solidFill>
              </a:defRPr>
            </a:lvl1pPr>
            <a:lvl2pPr lvl="1">
              <a:spcBef>
                <a:spcPts val="0"/>
              </a:spcBef>
              <a:spcAft>
                <a:spcPts val="0"/>
              </a:spcAft>
              <a:buClr>
                <a:schemeClr val="accent5"/>
              </a:buClr>
              <a:buSzPts val="1500"/>
              <a:buFont typeface="Work Sans Black"/>
              <a:buNone/>
              <a:defRPr/>
            </a:lvl2pPr>
            <a:lvl3pPr lvl="2">
              <a:spcBef>
                <a:spcPts val="0"/>
              </a:spcBef>
              <a:spcAft>
                <a:spcPts val="0"/>
              </a:spcAft>
              <a:buClr>
                <a:schemeClr val="accent5"/>
              </a:buClr>
              <a:buSzPts val="1500"/>
              <a:buFont typeface="Work Sans Black"/>
              <a:buNone/>
              <a:defRPr/>
            </a:lvl3pPr>
            <a:lvl4pPr lvl="3">
              <a:spcBef>
                <a:spcPts val="0"/>
              </a:spcBef>
              <a:spcAft>
                <a:spcPts val="0"/>
              </a:spcAft>
              <a:buClr>
                <a:schemeClr val="accent5"/>
              </a:buClr>
              <a:buSzPts val="1500"/>
              <a:buFont typeface="Work Sans Black"/>
              <a:buNone/>
              <a:defRPr/>
            </a:lvl4pPr>
            <a:lvl5pPr lvl="4">
              <a:spcBef>
                <a:spcPts val="0"/>
              </a:spcBef>
              <a:spcAft>
                <a:spcPts val="0"/>
              </a:spcAft>
              <a:buClr>
                <a:schemeClr val="accent5"/>
              </a:buClr>
              <a:buSzPts val="1500"/>
              <a:buFont typeface="Work Sans Black"/>
              <a:buNone/>
              <a:defRPr/>
            </a:lvl5pPr>
            <a:lvl6pPr lvl="5">
              <a:spcBef>
                <a:spcPts val="0"/>
              </a:spcBef>
              <a:spcAft>
                <a:spcPts val="0"/>
              </a:spcAft>
              <a:buClr>
                <a:schemeClr val="accent5"/>
              </a:buClr>
              <a:buSzPts val="1500"/>
              <a:buFont typeface="Work Sans Black"/>
              <a:buNone/>
              <a:defRPr/>
            </a:lvl6pPr>
            <a:lvl7pPr lvl="6">
              <a:spcBef>
                <a:spcPts val="0"/>
              </a:spcBef>
              <a:spcAft>
                <a:spcPts val="0"/>
              </a:spcAft>
              <a:buClr>
                <a:schemeClr val="accent5"/>
              </a:buClr>
              <a:buSzPts val="1500"/>
              <a:buFont typeface="Work Sans Black"/>
              <a:buNone/>
              <a:defRPr/>
            </a:lvl7pPr>
            <a:lvl8pPr lvl="7">
              <a:spcBef>
                <a:spcPts val="0"/>
              </a:spcBef>
              <a:spcAft>
                <a:spcPts val="0"/>
              </a:spcAft>
              <a:buClr>
                <a:schemeClr val="accent5"/>
              </a:buClr>
              <a:buSzPts val="1500"/>
              <a:buFont typeface="Work Sans Black"/>
              <a:buNone/>
              <a:defRPr/>
            </a:lvl8pPr>
            <a:lvl9pPr lvl="8">
              <a:spcBef>
                <a:spcPts val="0"/>
              </a:spcBef>
              <a:spcAft>
                <a:spcPts val="0"/>
              </a:spcAft>
              <a:buClr>
                <a:schemeClr val="accent5"/>
              </a:buClr>
              <a:buSzPts val="1500"/>
              <a:buFont typeface="Work Sans Black"/>
              <a:buNone/>
              <a:defRPr/>
            </a:lvl9pPr>
          </a:lstStyle>
          <a:p>
            <a:endParaRPr/>
          </a:p>
        </p:txBody>
      </p:sp>
      <p:sp>
        <p:nvSpPr>
          <p:cNvPr id="550" name="Google Shape;550;p56"/>
          <p:cNvSpPr txBox="1">
            <a:spLocks noGrp="1"/>
          </p:cNvSpPr>
          <p:nvPr>
            <p:ph type="body" idx="2"/>
          </p:nvPr>
        </p:nvSpPr>
        <p:spPr>
          <a:xfrm>
            <a:off x="599433" y="4161600"/>
            <a:ext cx="3023700" cy="1574400"/>
          </a:xfrm>
          <a:prstGeom prst="rect">
            <a:avLst/>
          </a:prstGeom>
        </p:spPr>
        <p:txBody>
          <a:bodyPr spcFirstLastPara="1" wrap="square" lIns="0" tIns="0" rIns="0" bIns="0" anchor="b" anchorCtr="0">
            <a:noAutofit/>
          </a:bodyPr>
          <a:lstStyle>
            <a:lvl1pPr marL="457200" lvl="0" indent="-298450">
              <a:spcBef>
                <a:spcPts val="0"/>
              </a:spcBef>
              <a:spcAft>
                <a:spcPts val="0"/>
              </a:spcAft>
              <a:buSzPts val="1100"/>
              <a:buFont typeface="Work Sans"/>
              <a:buChar char="●"/>
              <a:defRPr/>
            </a:lvl1pPr>
            <a:lvl2pPr marL="914400" lvl="1" indent="-298450">
              <a:spcBef>
                <a:spcPts val="0"/>
              </a:spcBef>
              <a:spcAft>
                <a:spcPts val="0"/>
              </a:spcAft>
              <a:buSzPts val="1100"/>
              <a:buFont typeface="Work Sans"/>
              <a:buChar char="○"/>
              <a:defRPr/>
            </a:lvl2pPr>
            <a:lvl3pPr marL="1371600" lvl="2" indent="-298450">
              <a:spcBef>
                <a:spcPts val="0"/>
              </a:spcBef>
              <a:spcAft>
                <a:spcPts val="0"/>
              </a:spcAft>
              <a:buSzPts val="1100"/>
              <a:buFont typeface="Work Sans"/>
              <a:buChar char="■"/>
              <a:defRPr/>
            </a:lvl3pPr>
            <a:lvl4pPr marL="1828800" lvl="3" indent="-298450">
              <a:spcBef>
                <a:spcPts val="0"/>
              </a:spcBef>
              <a:spcAft>
                <a:spcPts val="0"/>
              </a:spcAft>
              <a:buSzPts val="1100"/>
              <a:buFont typeface="Work Sans"/>
              <a:buChar char="●"/>
              <a:defRPr/>
            </a:lvl4pPr>
            <a:lvl5pPr marL="2286000" lvl="4" indent="-298450">
              <a:spcBef>
                <a:spcPts val="0"/>
              </a:spcBef>
              <a:spcAft>
                <a:spcPts val="0"/>
              </a:spcAft>
              <a:buSzPts val="1100"/>
              <a:buFont typeface="Work Sans"/>
              <a:buChar char="○"/>
              <a:defRPr/>
            </a:lvl5pPr>
            <a:lvl6pPr marL="2743200" lvl="5" indent="-298450">
              <a:spcBef>
                <a:spcPts val="0"/>
              </a:spcBef>
              <a:spcAft>
                <a:spcPts val="0"/>
              </a:spcAft>
              <a:buSzPts val="1100"/>
              <a:buFont typeface="Work Sans"/>
              <a:buChar char="■"/>
              <a:defRPr/>
            </a:lvl6pPr>
            <a:lvl7pPr marL="3200400" lvl="6" indent="-298450">
              <a:spcBef>
                <a:spcPts val="0"/>
              </a:spcBef>
              <a:spcAft>
                <a:spcPts val="0"/>
              </a:spcAft>
              <a:buSzPts val="1100"/>
              <a:buFont typeface="Work Sans"/>
              <a:buChar char="●"/>
              <a:defRPr/>
            </a:lvl7pPr>
            <a:lvl8pPr marL="3657600" lvl="7" indent="-298450">
              <a:spcBef>
                <a:spcPts val="0"/>
              </a:spcBef>
              <a:spcAft>
                <a:spcPts val="0"/>
              </a:spcAft>
              <a:buSzPts val="1100"/>
              <a:buFont typeface="Work Sans"/>
              <a:buChar char="○"/>
              <a:defRPr/>
            </a:lvl8pPr>
            <a:lvl9pPr marL="4114800" lvl="8" indent="-298450">
              <a:spcBef>
                <a:spcPts val="0"/>
              </a:spcBef>
              <a:spcAft>
                <a:spcPts val="0"/>
              </a:spcAft>
              <a:buSzPts val="1100"/>
              <a:buFont typeface="Work Sans"/>
              <a:buChar char="■"/>
              <a:defRPr/>
            </a:lvl9pPr>
          </a:lstStyle>
          <a:p>
            <a:endParaRPr/>
          </a:p>
        </p:txBody>
      </p:sp>
      <p:sp>
        <p:nvSpPr>
          <p:cNvPr id="551" name="Google Shape;551;p56"/>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552" name="Google Shape;552;p56"/>
          <p:cNvSpPr>
            <a:spLocks noGrp="1"/>
          </p:cNvSpPr>
          <p:nvPr>
            <p:ph type="pic" idx="3"/>
          </p:nvPr>
        </p:nvSpPr>
        <p:spPr>
          <a:xfrm>
            <a:off x="4255200" y="316967"/>
            <a:ext cx="2534400" cy="2534400"/>
          </a:xfrm>
          <a:prstGeom prst="rect">
            <a:avLst/>
          </a:prstGeom>
          <a:noFill/>
          <a:ln>
            <a:noFill/>
          </a:ln>
        </p:spPr>
      </p:sp>
      <p:sp>
        <p:nvSpPr>
          <p:cNvPr id="553" name="Google Shape;553;p56"/>
          <p:cNvSpPr>
            <a:spLocks noGrp="1"/>
          </p:cNvSpPr>
          <p:nvPr>
            <p:ph type="pic" idx="4"/>
          </p:nvPr>
        </p:nvSpPr>
        <p:spPr>
          <a:xfrm>
            <a:off x="8880900" y="633600"/>
            <a:ext cx="2968500" cy="5071200"/>
          </a:xfrm>
          <a:prstGeom prst="rect">
            <a:avLst/>
          </a:prstGeom>
          <a:noFill/>
          <a:ln>
            <a:noFill/>
          </a:ln>
        </p:spPr>
      </p:sp>
      <p:sp>
        <p:nvSpPr>
          <p:cNvPr id="554" name="Google Shape;554;p56"/>
          <p:cNvSpPr>
            <a:spLocks noGrp="1"/>
          </p:cNvSpPr>
          <p:nvPr>
            <p:ph type="pic" idx="5"/>
          </p:nvPr>
        </p:nvSpPr>
        <p:spPr>
          <a:xfrm>
            <a:off x="4255200" y="3484800"/>
            <a:ext cx="4320900" cy="2220000"/>
          </a:xfrm>
          <a:prstGeom prst="rect">
            <a:avLst/>
          </a:prstGeom>
          <a:noFill/>
          <a:ln>
            <a:noFill/>
          </a:ln>
        </p:spPr>
      </p:sp>
      <p:sp>
        <p:nvSpPr>
          <p:cNvPr id="555" name="Google Shape;555;p56"/>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3700"/>
              <a:buFont typeface="Work Sans Black"/>
              <a:buNone/>
              <a:defRPr>
                <a:solidFill>
                  <a:schemeClr val="dk1"/>
                </a:solidFill>
              </a:defRPr>
            </a:lvl1pPr>
            <a:lvl2pPr lvl="1">
              <a:spcBef>
                <a:spcPts val="0"/>
              </a:spcBef>
              <a:spcAft>
                <a:spcPts val="0"/>
              </a:spcAft>
              <a:buClr>
                <a:schemeClr val="lt2"/>
              </a:buClr>
              <a:buSzPts val="3700"/>
              <a:buFont typeface="Work Sans Black"/>
              <a:buNone/>
              <a:defRPr/>
            </a:lvl2pPr>
            <a:lvl3pPr lvl="2">
              <a:spcBef>
                <a:spcPts val="0"/>
              </a:spcBef>
              <a:spcAft>
                <a:spcPts val="0"/>
              </a:spcAft>
              <a:buClr>
                <a:schemeClr val="lt2"/>
              </a:buClr>
              <a:buSzPts val="3700"/>
              <a:buFont typeface="Work Sans Black"/>
              <a:buNone/>
              <a:defRPr/>
            </a:lvl3pPr>
            <a:lvl4pPr lvl="3">
              <a:spcBef>
                <a:spcPts val="0"/>
              </a:spcBef>
              <a:spcAft>
                <a:spcPts val="0"/>
              </a:spcAft>
              <a:buClr>
                <a:schemeClr val="lt2"/>
              </a:buClr>
              <a:buSzPts val="3700"/>
              <a:buFont typeface="Work Sans Black"/>
              <a:buNone/>
              <a:defRPr/>
            </a:lvl4pPr>
            <a:lvl5pPr lvl="4">
              <a:spcBef>
                <a:spcPts val="0"/>
              </a:spcBef>
              <a:spcAft>
                <a:spcPts val="0"/>
              </a:spcAft>
              <a:buClr>
                <a:schemeClr val="lt2"/>
              </a:buClr>
              <a:buSzPts val="3700"/>
              <a:buFont typeface="Work Sans Black"/>
              <a:buNone/>
              <a:defRPr/>
            </a:lvl5pPr>
            <a:lvl6pPr lvl="5">
              <a:spcBef>
                <a:spcPts val="0"/>
              </a:spcBef>
              <a:spcAft>
                <a:spcPts val="0"/>
              </a:spcAft>
              <a:buClr>
                <a:schemeClr val="lt2"/>
              </a:buClr>
              <a:buSzPts val="3700"/>
              <a:buFont typeface="Work Sans Black"/>
              <a:buNone/>
              <a:defRPr/>
            </a:lvl6pPr>
            <a:lvl7pPr lvl="6">
              <a:spcBef>
                <a:spcPts val="0"/>
              </a:spcBef>
              <a:spcAft>
                <a:spcPts val="0"/>
              </a:spcAft>
              <a:buClr>
                <a:schemeClr val="lt2"/>
              </a:buClr>
              <a:buSzPts val="3700"/>
              <a:buFont typeface="Work Sans Black"/>
              <a:buNone/>
              <a:defRPr/>
            </a:lvl7pPr>
            <a:lvl8pPr lvl="7">
              <a:spcBef>
                <a:spcPts val="0"/>
              </a:spcBef>
              <a:spcAft>
                <a:spcPts val="0"/>
              </a:spcAft>
              <a:buClr>
                <a:schemeClr val="lt2"/>
              </a:buClr>
              <a:buSzPts val="3700"/>
              <a:buFont typeface="Work Sans Black"/>
              <a:buNone/>
              <a:defRPr/>
            </a:lvl8pPr>
            <a:lvl9pPr lvl="8">
              <a:spcBef>
                <a:spcPts val="0"/>
              </a:spcBef>
              <a:spcAft>
                <a:spcPts val="0"/>
              </a:spcAft>
              <a:buClr>
                <a:schemeClr val="lt2"/>
              </a:buClr>
              <a:buSzPts val="3700"/>
              <a:buFont typeface="Work Sans Black"/>
              <a:buNone/>
              <a:defRPr/>
            </a:lvl9pPr>
          </a:lstStyle>
          <a:p>
            <a:endParaRPr/>
          </a:p>
        </p:txBody>
      </p:sp>
      <p:sp>
        <p:nvSpPr>
          <p:cNvPr id="556" name="Google Shape;556;p56"/>
          <p:cNvSpPr txBox="1">
            <a:spLocks noGrp="1"/>
          </p:cNvSpPr>
          <p:nvPr>
            <p:ph type="body" idx="6"/>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557" name="Google Shape;557;p56"/>
          <p:cNvSpPr txBox="1">
            <a:spLocks noGrp="1"/>
          </p:cNvSpPr>
          <p:nvPr>
            <p:ph type="body" idx="7"/>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558" name="Google Shape;558;p56"/>
          <p:cNvSpPr txBox="1">
            <a:spLocks noGrp="1"/>
          </p:cNvSpPr>
          <p:nvPr>
            <p:ph type="body" idx="8"/>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559" name="Google Shape;559;p56"/>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
        <p:nvSpPr>
          <p:cNvPr id="560" name="Google Shape;560;p56"/>
          <p:cNvSpPr txBox="1">
            <a:spLocks noGrp="1"/>
          </p:cNvSpPr>
          <p:nvPr>
            <p:ph type="body" idx="9"/>
          </p:nvPr>
        </p:nvSpPr>
        <p:spPr>
          <a:xfrm>
            <a:off x="4255200" y="5888417"/>
            <a:ext cx="43209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1pPr>
            <a:lvl2pPr marL="914400" lvl="1"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2pPr>
            <a:lvl3pPr marL="1371600" lvl="2"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3pPr>
            <a:lvl4pPr marL="1828800" lvl="3"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4pPr>
            <a:lvl5pPr marL="2286000" lvl="4"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5pPr>
            <a:lvl6pPr marL="2743200" lvl="5"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6pPr>
            <a:lvl7pPr marL="3200400" lvl="6"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7pPr>
            <a:lvl8pPr marL="3657600" lvl="7"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8pPr>
            <a:lvl9pPr marL="4114800" lvl="8"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9pPr>
          </a:lstStyle>
          <a:p>
            <a:endParaRPr/>
          </a:p>
        </p:txBody>
      </p:sp>
      <p:sp>
        <p:nvSpPr>
          <p:cNvPr id="561" name="Google Shape;561;p56"/>
          <p:cNvSpPr txBox="1">
            <a:spLocks noGrp="1"/>
          </p:cNvSpPr>
          <p:nvPr>
            <p:ph type="body" idx="13"/>
          </p:nvPr>
        </p:nvSpPr>
        <p:spPr>
          <a:xfrm>
            <a:off x="8880800" y="5888417"/>
            <a:ext cx="29685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1pPr>
            <a:lvl2pPr marL="914400" lvl="1"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2pPr>
            <a:lvl3pPr marL="1371600" lvl="2"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3pPr>
            <a:lvl4pPr marL="1828800" lvl="3"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4pPr>
            <a:lvl5pPr marL="2286000" lvl="4"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5pPr>
            <a:lvl6pPr marL="2743200" lvl="5"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6pPr>
            <a:lvl7pPr marL="3200400" lvl="6"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7pPr>
            <a:lvl8pPr marL="3657600" lvl="7"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8pPr>
            <a:lvl9pPr marL="4114800" lvl="8"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9pPr>
          </a:lstStyle>
          <a:p>
            <a:endParaRPr/>
          </a:p>
        </p:txBody>
      </p:sp>
      <p:sp>
        <p:nvSpPr>
          <p:cNvPr id="562" name="Google Shape;562;p56"/>
          <p:cNvSpPr txBox="1">
            <a:spLocks noGrp="1"/>
          </p:cNvSpPr>
          <p:nvPr>
            <p:ph type="body" idx="14"/>
          </p:nvPr>
        </p:nvSpPr>
        <p:spPr>
          <a:xfrm>
            <a:off x="4254567" y="3040467"/>
            <a:ext cx="2534400" cy="158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1pPr>
            <a:lvl2pPr marL="914400" lvl="1"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2pPr>
            <a:lvl3pPr marL="1371600" lvl="2"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3pPr>
            <a:lvl4pPr marL="1828800" lvl="3"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4pPr>
            <a:lvl5pPr marL="2286000" lvl="4"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5pPr>
            <a:lvl6pPr marL="2743200" lvl="5"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6pPr>
            <a:lvl7pPr marL="3200400" lvl="6"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7pPr>
            <a:lvl8pPr marL="3657600" lvl="7"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8pPr>
            <a:lvl9pPr marL="4114800" lvl="8" indent="-298450">
              <a:spcBef>
                <a:spcPts val="0"/>
              </a:spcBef>
              <a:spcAft>
                <a:spcPts val="0"/>
              </a:spcAft>
              <a:buClr>
                <a:schemeClr val="lt2"/>
              </a:buClr>
              <a:buSzPts val="1100"/>
              <a:buFont typeface="Work Sans Black"/>
              <a:buChar char="■"/>
              <a:defRPr>
                <a:solidFill>
                  <a:schemeClr val="lt2"/>
                </a:solidFill>
                <a:latin typeface="Work Sans Black"/>
                <a:ea typeface="Work Sans Black"/>
                <a:cs typeface="Work Sans Black"/>
                <a:sym typeface="Work Sans Black"/>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3 Images">
  <p:cSld name="CUSTOM_1">
    <p:spTree>
      <p:nvGrpSpPr>
        <p:cNvPr id="1" name="Shape 563"/>
        <p:cNvGrpSpPr/>
        <p:nvPr/>
      </p:nvGrpSpPr>
      <p:grpSpPr>
        <a:xfrm>
          <a:off x="0" y="0"/>
          <a:ext cx="0" cy="0"/>
          <a:chOff x="0" y="0"/>
          <a:chExt cx="0" cy="0"/>
        </a:xfrm>
      </p:grpSpPr>
      <p:sp>
        <p:nvSpPr>
          <p:cNvPr id="564" name="Google Shape;564;p57"/>
          <p:cNvSpPr>
            <a:spLocks noGrp="1"/>
          </p:cNvSpPr>
          <p:nvPr>
            <p:ph type="pic" idx="2"/>
          </p:nvPr>
        </p:nvSpPr>
        <p:spPr>
          <a:xfrm>
            <a:off x="304600" y="316967"/>
            <a:ext cx="3644400" cy="5702100"/>
          </a:xfrm>
          <a:prstGeom prst="rect">
            <a:avLst/>
          </a:prstGeom>
          <a:noFill/>
          <a:ln>
            <a:noFill/>
          </a:ln>
        </p:spPr>
      </p:sp>
      <p:sp>
        <p:nvSpPr>
          <p:cNvPr id="565" name="Google Shape;565;p57"/>
          <p:cNvSpPr>
            <a:spLocks noGrp="1"/>
          </p:cNvSpPr>
          <p:nvPr>
            <p:ph type="pic" idx="3"/>
          </p:nvPr>
        </p:nvSpPr>
        <p:spPr>
          <a:xfrm>
            <a:off x="4254717" y="316967"/>
            <a:ext cx="3644400" cy="5702100"/>
          </a:xfrm>
          <a:prstGeom prst="rect">
            <a:avLst/>
          </a:prstGeom>
          <a:noFill/>
          <a:ln>
            <a:noFill/>
          </a:ln>
        </p:spPr>
      </p:sp>
      <p:sp>
        <p:nvSpPr>
          <p:cNvPr id="566" name="Google Shape;566;p57"/>
          <p:cNvSpPr>
            <a:spLocks noGrp="1"/>
          </p:cNvSpPr>
          <p:nvPr>
            <p:ph type="pic" idx="4"/>
          </p:nvPr>
        </p:nvSpPr>
        <p:spPr>
          <a:xfrm>
            <a:off x="8204817" y="316967"/>
            <a:ext cx="3644400" cy="5702100"/>
          </a:xfrm>
          <a:prstGeom prst="rect">
            <a:avLst/>
          </a:prstGeom>
          <a:noFill/>
          <a:ln>
            <a:noFill/>
          </a:ln>
        </p:spPr>
      </p:sp>
      <p:sp>
        <p:nvSpPr>
          <p:cNvPr id="567" name="Google Shape;567;p57"/>
          <p:cNvSpPr txBox="1">
            <a:spLocks noGrp="1"/>
          </p:cNvSpPr>
          <p:nvPr>
            <p:ph type="sldNum" idx="12"/>
          </p:nvPr>
        </p:nvSpPr>
        <p:spPr>
          <a:xfrm>
            <a:off x="301733" y="6514700"/>
            <a:ext cx="608700" cy="225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
        <p:nvSpPr>
          <p:cNvPr id="568" name="Google Shape;568;p57"/>
          <p:cNvSpPr txBox="1">
            <a:spLocks noGrp="1"/>
          </p:cNvSpPr>
          <p:nvPr>
            <p:ph type="body" idx="1"/>
          </p:nvPr>
        </p:nvSpPr>
        <p:spPr>
          <a:xfrm>
            <a:off x="2206752" y="6548333"/>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569" name="Google Shape;569;p57"/>
          <p:cNvSpPr txBox="1">
            <a:spLocks noGrp="1"/>
          </p:cNvSpPr>
          <p:nvPr>
            <p:ph type="body" idx="5"/>
          </p:nvPr>
        </p:nvSpPr>
        <p:spPr>
          <a:xfrm>
            <a:off x="5974080" y="6548300"/>
            <a:ext cx="2706900" cy="1584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570" name="Google Shape;570;p57"/>
          <p:cNvSpPr txBox="1">
            <a:spLocks noGrp="1"/>
          </p:cNvSpPr>
          <p:nvPr>
            <p:ph type="body" idx="6"/>
          </p:nvPr>
        </p:nvSpPr>
        <p:spPr>
          <a:xfrm>
            <a:off x="9144000" y="6548300"/>
            <a:ext cx="2706900" cy="158400"/>
          </a:xfrm>
          <a:prstGeom prst="rect">
            <a:avLst/>
          </a:prstGeom>
        </p:spPr>
        <p:txBody>
          <a:bodyPr spcFirstLastPara="1" wrap="square" lIns="0" tIns="0" rIns="0" bIns="0" anchor="t" anchorCtr="0">
            <a:noAutofit/>
          </a:bodyPr>
          <a:lstStyle>
            <a:lvl1pPr marL="457200" lvl="0" indent="-298450" algn="r">
              <a:spcBef>
                <a:spcPts val="0"/>
              </a:spcBef>
              <a:spcAft>
                <a:spcPts val="0"/>
              </a:spcAft>
              <a:buClr>
                <a:schemeClr val="lt2"/>
              </a:buClr>
              <a:buSzPts val="1100"/>
              <a:buChar char="●"/>
              <a:defRPr>
                <a:solidFill>
                  <a:schemeClr val="lt2"/>
                </a:solidFill>
              </a:defRPr>
            </a:lvl1pPr>
            <a:lvl2pPr marL="914400" lvl="1" indent="-298450" algn="r">
              <a:spcBef>
                <a:spcPts val="0"/>
              </a:spcBef>
              <a:spcAft>
                <a:spcPts val="0"/>
              </a:spcAft>
              <a:buClr>
                <a:schemeClr val="lt2"/>
              </a:buClr>
              <a:buSzPts val="1100"/>
              <a:buChar char="○"/>
              <a:defRPr>
                <a:solidFill>
                  <a:schemeClr val="lt2"/>
                </a:solidFill>
              </a:defRPr>
            </a:lvl2pPr>
            <a:lvl3pPr marL="1371600" lvl="2" indent="-298450" algn="r">
              <a:spcBef>
                <a:spcPts val="0"/>
              </a:spcBef>
              <a:spcAft>
                <a:spcPts val="0"/>
              </a:spcAft>
              <a:buClr>
                <a:schemeClr val="lt2"/>
              </a:buClr>
              <a:buSzPts val="1100"/>
              <a:buChar char="■"/>
              <a:defRPr>
                <a:solidFill>
                  <a:schemeClr val="lt2"/>
                </a:solidFill>
              </a:defRPr>
            </a:lvl3pPr>
            <a:lvl4pPr marL="1828800" lvl="3" indent="-298450" algn="r">
              <a:spcBef>
                <a:spcPts val="0"/>
              </a:spcBef>
              <a:spcAft>
                <a:spcPts val="0"/>
              </a:spcAft>
              <a:buClr>
                <a:schemeClr val="lt2"/>
              </a:buClr>
              <a:buSzPts val="1100"/>
              <a:buChar char="●"/>
              <a:defRPr>
                <a:solidFill>
                  <a:schemeClr val="lt2"/>
                </a:solidFill>
              </a:defRPr>
            </a:lvl4pPr>
            <a:lvl5pPr marL="2286000" lvl="4" indent="-298450" algn="r">
              <a:spcBef>
                <a:spcPts val="0"/>
              </a:spcBef>
              <a:spcAft>
                <a:spcPts val="0"/>
              </a:spcAft>
              <a:buClr>
                <a:schemeClr val="lt2"/>
              </a:buClr>
              <a:buSzPts val="1100"/>
              <a:buChar char="○"/>
              <a:defRPr>
                <a:solidFill>
                  <a:schemeClr val="lt2"/>
                </a:solidFill>
              </a:defRPr>
            </a:lvl5pPr>
            <a:lvl6pPr marL="2743200" lvl="5" indent="-298450" algn="r">
              <a:spcBef>
                <a:spcPts val="0"/>
              </a:spcBef>
              <a:spcAft>
                <a:spcPts val="0"/>
              </a:spcAft>
              <a:buClr>
                <a:schemeClr val="lt2"/>
              </a:buClr>
              <a:buSzPts val="1100"/>
              <a:buChar char="■"/>
              <a:defRPr>
                <a:solidFill>
                  <a:schemeClr val="lt2"/>
                </a:solidFill>
              </a:defRPr>
            </a:lvl6pPr>
            <a:lvl7pPr marL="3200400" lvl="6" indent="-298450" algn="r">
              <a:spcBef>
                <a:spcPts val="0"/>
              </a:spcBef>
              <a:spcAft>
                <a:spcPts val="0"/>
              </a:spcAft>
              <a:buClr>
                <a:schemeClr val="lt2"/>
              </a:buClr>
              <a:buSzPts val="1100"/>
              <a:buChar char="●"/>
              <a:defRPr>
                <a:solidFill>
                  <a:schemeClr val="lt2"/>
                </a:solidFill>
              </a:defRPr>
            </a:lvl7pPr>
            <a:lvl8pPr marL="3657600" lvl="7" indent="-298450" algn="r">
              <a:spcBef>
                <a:spcPts val="0"/>
              </a:spcBef>
              <a:spcAft>
                <a:spcPts val="0"/>
              </a:spcAft>
              <a:buClr>
                <a:schemeClr val="lt2"/>
              </a:buClr>
              <a:buSzPts val="1100"/>
              <a:buChar char="○"/>
              <a:defRPr>
                <a:solidFill>
                  <a:schemeClr val="lt2"/>
                </a:solidFill>
              </a:defRPr>
            </a:lvl8pPr>
            <a:lvl9pPr marL="4114800" lvl="8" indent="-298450" algn="r">
              <a:spcBef>
                <a:spcPts val="0"/>
              </a:spcBef>
              <a:spcAft>
                <a:spcPts val="0"/>
              </a:spcAft>
              <a:buClr>
                <a:schemeClr val="lt2"/>
              </a:buClr>
              <a:buSzPts val="1100"/>
              <a:buChar char="■"/>
              <a:defRPr>
                <a:solidFill>
                  <a:schemeClr val="lt2"/>
                </a:solidFill>
              </a:defRPr>
            </a:lvl9pPr>
          </a:lstStyle>
          <a:p>
            <a:endParaRPr/>
          </a:p>
        </p:txBody>
      </p:sp>
      <p:cxnSp>
        <p:nvCxnSpPr>
          <p:cNvPr id="571" name="Google Shape;571;p57"/>
          <p:cNvCxnSpPr/>
          <p:nvPr/>
        </p:nvCxnSpPr>
        <p:spPr>
          <a:xfrm rot="10800000">
            <a:off x="301633" y="6384133"/>
            <a:ext cx="11556900" cy="0"/>
          </a:xfrm>
          <a:prstGeom prst="straightConnector1">
            <a:avLst/>
          </a:prstGeom>
          <a:noFill/>
          <a:ln w="101600" cap="flat" cmpd="sng">
            <a:solidFill>
              <a:schemeClr val="dk2"/>
            </a:solidFill>
            <a:prstDash val="solid"/>
            <a:round/>
            <a:headEnd type="none" w="med" len="med"/>
            <a:tailEnd type="none" w="med" len="med"/>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572"/>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 name="Google Shape;13;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0842103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type="obj">
  <p:cSld name="Title">
    <p:spTree>
      <p:nvGrpSpPr>
        <p:cNvPr id="1" name="Shape 16"/>
        <p:cNvGrpSpPr/>
        <p:nvPr/>
      </p:nvGrpSpPr>
      <p:grpSpPr>
        <a:xfrm>
          <a:off x="0" y="0"/>
          <a:ext cx="0" cy="0"/>
          <a:chOff x="0" y="0"/>
          <a:chExt cx="0" cy="0"/>
        </a:xfrm>
      </p:grpSpPr>
      <p:pic>
        <p:nvPicPr>
          <p:cNvPr id="17" name="Google Shape;17;p3" title="EXPAND_gray.jpg"/>
          <p:cNvPicPr preferRelativeResize="0"/>
          <p:nvPr/>
        </p:nvPicPr>
        <p:blipFill rotWithShape="1">
          <a:blip r:embed="rId2">
            <a:alphaModFix/>
          </a:blip>
          <a:srcRect t="10840" b="10833"/>
          <a:stretch/>
        </p:blipFill>
        <p:spPr>
          <a:xfrm>
            <a:off x="0" y="90751"/>
            <a:ext cx="12192000" cy="1991025"/>
          </a:xfrm>
          <a:prstGeom prst="rect">
            <a:avLst/>
          </a:prstGeom>
          <a:noFill/>
          <a:ln>
            <a:noFill/>
          </a:ln>
        </p:spPr>
      </p:pic>
      <p:sp>
        <p:nvSpPr>
          <p:cNvPr id="18" name="Google Shape;18;p3"/>
          <p:cNvSpPr txBox="1"/>
          <p:nvPr/>
        </p:nvSpPr>
        <p:spPr>
          <a:xfrm>
            <a:off x="842024" y="3735328"/>
            <a:ext cx="4747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1400" b="0" i="0" u="none" strike="noStrike" cap="none">
              <a:solidFill>
                <a:srgbClr val="000000"/>
              </a:solidFill>
              <a:latin typeface="Arial"/>
              <a:ea typeface="Arial"/>
              <a:cs typeface="Arial"/>
              <a:sym typeface="Arial"/>
            </a:endParaRPr>
          </a:p>
        </p:txBody>
      </p:sp>
      <p:cxnSp>
        <p:nvCxnSpPr>
          <p:cNvPr id="19" name="Google Shape;19;p3"/>
          <p:cNvCxnSpPr/>
          <p:nvPr/>
        </p:nvCxnSpPr>
        <p:spPr>
          <a:xfrm>
            <a:off x="918224" y="3513973"/>
            <a:ext cx="1562100" cy="0"/>
          </a:xfrm>
          <a:prstGeom prst="straightConnector1">
            <a:avLst/>
          </a:prstGeom>
          <a:noFill/>
          <a:ln w="88900" cap="flat" cmpd="sng">
            <a:solidFill>
              <a:srgbClr val="DADFE1"/>
            </a:solidFill>
            <a:prstDash val="solid"/>
            <a:miter lim="80"/>
            <a:headEnd type="none" w="sm" len="sm"/>
            <a:tailEnd type="none" w="sm" len="sm"/>
          </a:ln>
        </p:spPr>
      </p:cxnSp>
      <p:sp>
        <p:nvSpPr>
          <p:cNvPr id="20" name="Google Shape;20;p3"/>
          <p:cNvSpPr/>
          <p:nvPr/>
        </p:nvSpPr>
        <p:spPr>
          <a:xfrm>
            <a:off x="-125" y="6689700"/>
            <a:ext cx="121920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 name="Google Shape;21;p3"/>
          <p:cNvSpPr/>
          <p:nvPr/>
        </p:nvSpPr>
        <p:spPr>
          <a:xfrm>
            <a:off x="0" y="0"/>
            <a:ext cx="121920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2" name="Google Shape;22;p3" title="EXPANDArrow.png"/>
          <p:cNvPicPr preferRelativeResize="0"/>
          <p:nvPr/>
        </p:nvPicPr>
        <p:blipFill rotWithShape="1">
          <a:blip r:embed="rId3">
            <a:alphaModFix/>
          </a:blip>
          <a:srcRect/>
          <a:stretch/>
        </p:blipFill>
        <p:spPr>
          <a:xfrm flipH="1">
            <a:off x="11708025" y="6516630"/>
            <a:ext cx="643883" cy="341375"/>
          </a:xfrm>
          <a:prstGeom prst="rect">
            <a:avLst/>
          </a:prstGeom>
          <a:noFill/>
          <a:ln>
            <a:noFill/>
          </a:ln>
        </p:spPr>
      </p:pic>
      <p:pic>
        <p:nvPicPr>
          <p:cNvPr id="23" name="Google Shape;23;p3" title="EXPANDArrow.png"/>
          <p:cNvPicPr preferRelativeResize="0"/>
          <p:nvPr/>
        </p:nvPicPr>
        <p:blipFill rotWithShape="1">
          <a:blip r:embed="rId3">
            <a:alphaModFix/>
          </a:blip>
          <a:srcRect/>
          <a:stretch/>
        </p:blipFill>
        <p:spPr>
          <a:xfrm>
            <a:off x="-126450" y="-7"/>
            <a:ext cx="643883" cy="341375"/>
          </a:xfrm>
          <a:prstGeom prst="rect">
            <a:avLst/>
          </a:prstGeom>
          <a:noFill/>
          <a:ln>
            <a:noFill/>
          </a:ln>
        </p:spPr>
      </p:pic>
      <p:pic>
        <p:nvPicPr>
          <p:cNvPr id="24" name="Google Shape;24;p3" title="Asset 8.png"/>
          <p:cNvPicPr preferRelativeResize="0"/>
          <p:nvPr/>
        </p:nvPicPr>
        <p:blipFill rotWithShape="1">
          <a:blip r:embed="rId4">
            <a:alphaModFix/>
          </a:blip>
          <a:srcRect/>
          <a:stretch/>
        </p:blipFill>
        <p:spPr>
          <a:xfrm>
            <a:off x="1017537" y="5431125"/>
            <a:ext cx="10156676" cy="1085500"/>
          </a:xfrm>
          <a:prstGeom prst="rect">
            <a:avLst/>
          </a:prstGeom>
          <a:noFill/>
          <a:ln>
            <a:noFill/>
          </a:ln>
        </p:spPr>
      </p:pic>
    </p:spTree>
    <p:extLst>
      <p:ext uri="{BB962C8B-B14F-4D97-AF65-F5344CB8AC3E}">
        <p14:creationId xmlns:p14="http://schemas.microsoft.com/office/powerpoint/2010/main" val="13289036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Opening and Closing Sequence" type="secHead">
  <p:cSld name="Opening and Closing Sequence">
    <p:spTree>
      <p:nvGrpSpPr>
        <p:cNvPr id="1" name="Shape 25"/>
        <p:cNvGrpSpPr/>
        <p:nvPr/>
      </p:nvGrpSpPr>
      <p:grpSpPr>
        <a:xfrm>
          <a:off x="0" y="0"/>
          <a:ext cx="0" cy="0"/>
          <a:chOff x="0" y="0"/>
          <a:chExt cx="0" cy="0"/>
        </a:xfrm>
      </p:grpSpPr>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7" name="Google Shape;27;p4" title="EXPAND_gray.jpg"/>
          <p:cNvPicPr preferRelativeResize="0"/>
          <p:nvPr/>
        </p:nvPicPr>
        <p:blipFill rotWithShape="1">
          <a:blip r:embed="rId2">
            <a:alphaModFix amt="50000"/>
          </a:blip>
          <a:srcRect r="3929"/>
          <a:stretch/>
        </p:blipFill>
        <p:spPr>
          <a:xfrm>
            <a:off x="-115825" y="-149225"/>
            <a:ext cx="12307699" cy="6923075"/>
          </a:xfrm>
          <a:prstGeom prst="rect">
            <a:avLst/>
          </a:prstGeom>
          <a:noFill/>
          <a:ln>
            <a:noFill/>
          </a:ln>
        </p:spPr>
      </p:pic>
      <p:grpSp>
        <p:nvGrpSpPr>
          <p:cNvPr id="28" name="Google Shape;28;p4"/>
          <p:cNvGrpSpPr/>
          <p:nvPr/>
        </p:nvGrpSpPr>
        <p:grpSpPr>
          <a:xfrm>
            <a:off x="483978" y="656161"/>
            <a:ext cx="360196" cy="372345"/>
            <a:chOff x="1074126" y="1181859"/>
            <a:chExt cx="528070" cy="545880"/>
          </a:xfrm>
        </p:grpSpPr>
        <p:sp>
          <p:nvSpPr>
            <p:cNvPr id="29" name="Google Shape;29;p4"/>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4"/>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31" name="Google Shape;31;p4" title="EXPAND-cobranded-RGB_Red.png"/>
          <p:cNvPicPr preferRelativeResize="0"/>
          <p:nvPr/>
        </p:nvPicPr>
        <p:blipFill rotWithShape="1">
          <a:blip r:embed="rId3">
            <a:alphaModFix/>
          </a:blip>
          <a:srcRect/>
          <a:stretch/>
        </p:blipFill>
        <p:spPr>
          <a:xfrm>
            <a:off x="7692000" y="6010450"/>
            <a:ext cx="4337172" cy="582375"/>
          </a:xfrm>
          <a:prstGeom prst="rect">
            <a:avLst/>
          </a:prstGeom>
          <a:noFill/>
          <a:ln>
            <a:noFill/>
          </a:ln>
        </p:spPr>
      </p:pic>
      <p:sp>
        <p:nvSpPr>
          <p:cNvPr id="32" name="Google Shape;32;p4"/>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3" name="Google Shape;33;p4" title="EXPANDArrow.png"/>
          <p:cNvPicPr preferRelativeResize="0"/>
          <p:nvPr/>
        </p:nvPicPr>
        <p:blipFill rotWithShape="1">
          <a:blip r:embed="rId4">
            <a:alphaModFix/>
          </a:blip>
          <a:srcRect/>
          <a:stretch/>
        </p:blipFill>
        <p:spPr>
          <a:xfrm>
            <a:off x="-198075" y="6516618"/>
            <a:ext cx="643883" cy="341375"/>
          </a:xfrm>
          <a:prstGeom prst="rect">
            <a:avLst/>
          </a:prstGeom>
          <a:noFill/>
          <a:ln>
            <a:noFill/>
          </a:ln>
        </p:spPr>
      </p:pic>
    </p:spTree>
    <p:extLst>
      <p:ext uri="{BB962C8B-B14F-4D97-AF65-F5344CB8AC3E}">
        <p14:creationId xmlns:p14="http://schemas.microsoft.com/office/powerpoint/2010/main" val="13279405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ext and Round Image" type="twoTxTwoObj">
  <p:cSld name="Text and Round Image">
    <p:spTree>
      <p:nvGrpSpPr>
        <p:cNvPr id="1" name="Shape 34"/>
        <p:cNvGrpSpPr/>
        <p:nvPr/>
      </p:nvGrpSpPr>
      <p:grpSpPr>
        <a:xfrm>
          <a:off x="0" y="0"/>
          <a:ext cx="0" cy="0"/>
          <a:chOff x="0" y="0"/>
          <a:chExt cx="0" cy="0"/>
        </a:xfrm>
      </p:grpSpPr>
      <p:grpSp>
        <p:nvGrpSpPr>
          <p:cNvPr id="35" name="Google Shape;35;p5"/>
          <p:cNvGrpSpPr/>
          <p:nvPr/>
        </p:nvGrpSpPr>
        <p:grpSpPr>
          <a:xfrm>
            <a:off x="483978" y="656161"/>
            <a:ext cx="360196" cy="372345"/>
            <a:chOff x="1074126" y="1181859"/>
            <a:chExt cx="528070" cy="545880"/>
          </a:xfrm>
        </p:grpSpPr>
        <p:sp>
          <p:nvSpPr>
            <p:cNvPr id="36" name="Google Shape;36;p5"/>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 name="Google Shape;37;p5"/>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8" name="Google Shape;38;p5"/>
          <p:cNvSpPr/>
          <p:nvPr/>
        </p:nvSpPr>
        <p:spPr>
          <a:xfrm>
            <a:off x="6706906" y="0"/>
            <a:ext cx="5551500" cy="6858000"/>
          </a:xfrm>
          <a:prstGeom prst="rect">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6E7E9"/>
              </a:solidFill>
              <a:latin typeface="Arial"/>
              <a:ea typeface="Arial"/>
              <a:cs typeface="Arial"/>
              <a:sym typeface="Arial"/>
            </a:endParaRPr>
          </a:p>
        </p:txBody>
      </p:sp>
      <p:pic>
        <p:nvPicPr>
          <p:cNvPr id="39" name="Google Shape;39;p5"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40" name="Google Shape;40;p5"/>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 name="Google Shape;41;p5"/>
          <p:cNvSpPr>
            <a:spLocks noGrp="1"/>
          </p:cNvSpPr>
          <p:nvPr>
            <p:ph type="pic" idx="2"/>
          </p:nvPr>
        </p:nvSpPr>
        <p:spPr>
          <a:xfrm>
            <a:off x="7627450" y="1164675"/>
            <a:ext cx="3710400" cy="3712500"/>
          </a:xfrm>
          <a:prstGeom prst="ellipse">
            <a:avLst/>
          </a:prstGeom>
          <a:noFill/>
          <a:ln w="28575" cap="flat" cmpd="sng">
            <a:solidFill>
              <a:srgbClr val="BFBFBF"/>
            </a:solidFill>
            <a:prstDash val="solid"/>
            <a:round/>
            <a:headEnd type="none" w="sm" len="sm"/>
            <a:tailEnd type="none" w="sm" len="sm"/>
          </a:ln>
        </p:spPr>
      </p:sp>
      <p:pic>
        <p:nvPicPr>
          <p:cNvPr id="42" name="Google Shape;42;p5"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extLst>
      <p:ext uri="{BB962C8B-B14F-4D97-AF65-F5344CB8AC3E}">
        <p14:creationId xmlns:p14="http://schemas.microsoft.com/office/powerpoint/2010/main" val="18608693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ext and Image" type="titleOnly">
  <p:cSld name="Text and Image">
    <p:spTree>
      <p:nvGrpSpPr>
        <p:cNvPr id="1" name="Shape 43"/>
        <p:cNvGrpSpPr/>
        <p:nvPr/>
      </p:nvGrpSpPr>
      <p:grpSpPr>
        <a:xfrm>
          <a:off x="0" y="0"/>
          <a:ext cx="0" cy="0"/>
          <a:chOff x="0" y="0"/>
          <a:chExt cx="0" cy="0"/>
        </a:xfrm>
      </p:grpSpPr>
      <p:grpSp>
        <p:nvGrpSpPr>
          <p:cNvPr id="44" name="Google Shape;44;p6"/>
          <p:cNvGrpSpPr/>
          <p:nvPr/>
        </p:nvGrpSpPr>
        <p:grpSpPr>
          <a:xfrm>
            <a:off x="483978" y="656161"/>
            <a:ext cx="360196" cy="372345"/>
            <a:chOff x="1074126" y="1181859"/>
            <a:chExt cx="528070" cy="545880"/>
          </a:xfrm>
        </p:grpSpPr>
        <p:sp>
          <p:nvSpPr>
            <p:cNvPr id="45" name="Google Shape;45;p6"/>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6"/>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47" name="Google Shape;47;p6"/>
          <p:cNvSpPr/>
          <p:nvPr/>
        </p:nvSpPr>
        <p:spPr>
          <a:xfrm>
            <a:off x="6706906" y="0"/>
            <a:ext cx="5551500" cy="6858000"/>
          </a:xfrm>
          <a:prstGeom prst="rect">
            <a:avLst/>
          </a:prstGeom>
          <a:solidFill>
            <a:srgbClr val="F3F3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6E7E9"/>
              </a:solidFill>
              <a:latin typeface="Arial"/>
              <a:ea typeface="Arial"/>
              <a:cs typeface="Arial"/>
              <a:sym typeface="Arial"/>
            </a:endParaRPr>
          </a:p>
        </p:txBody>
      </p:sp>
      <p:pic>
        <p:nvPicPr>
          <p:cNvPr id="48" name="Google Shape;48;p6"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49" name="Google Shape;49;p6"/>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 name="Google Shape;50;p6"/>
          <p:cNvSpPr>
            <a:spLocks noGrp="1"/>
          </p:cNvSpPr>
          <p:nvPr>
            <p:ph type="pic" idx="2"/>
          </p:nvPr>
        </p:nvSpPr>
        <p:spPr>
          <a:xfrm>
            <a:off x="7227275" y="1146200"/>
            <a:ext cx="4489800" cy="3563700"/>
          </a:xfrm>
          <a:prstGeom prst="roundRect">
            <a:avLst>
              <a:gd name="adj" fmla="val 4234"/>
            </a:avLst>
          </a:prstGeom>
          <a:noFill/>
          <a:ln w="28575" cap="flat" cmpd="sng">
            <a:solidFill>
              <a:srgbClr val="BFBFBF"/>
            </a:solidFill>
            <a:prstDash val="solid"/>
            <a:round/>
            <a:headEnd type="none" w="sm" len="sm"/>
            <a:tailEnd type="none" w="sm" len="sm"/>
          </a:ln>
        </p:spPr>
      </p:sp>
      <p:pic>
        <p:nvPicPr>
          <p:cNvPr id="51" name="Google Shape;51;p6"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extLst>
      <p:ext uri="{BB962C8B-B14F-4D97-AF65-F5344CB8AC3E}">
        <p14:creationId xmlns:p14="http://schemas.microsoft.com/office/powerpoint/2010/main" val="3472013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Long Text and Image" type="blank">
  <p:cSld name="Long Text and Image">
    <p:spTree>
      <p:nvGrpSpPr>
        <p:cNvPr id="1" name="Shape 52"/>
        <p:cNvGrpSpPr/>
        <p:nvPr/>
      </p:nvGrpSpPr>
      <p:grpSpPr>
        <a:xfrm>
          <a:off x="0" y="0"/>
          <a:ext cx="0" cy="0"/>
          <a:chOff x="0" y="0"/>
          <a:chExt cx="0" cy="0"/>
        </a:xfrm>
      </p:grpSpPr>
      <p:grpSp>
        <p:nvGrpSpPr>
          <p:cNvPr id="53" name="Google Shape;53;p7"/>
          <p:cNvGrpSpPr/>
          <p:nvPr/>
        </p:nvGrpSpPr>
        <p:grpSpPr>
          <a:xfrm>
            <a:off x="483979" y="656161"/>
            <a:ext cx="360196" cy="372345"/>
            <a:chOff x="1074126" y="1181859"/>
            <a:chExt cx="528070" cy="545880"/>
          </a:xfrm>
        </p:grpSpPr>
        <p:sp>
          <p:nvSpPr>
            <p:cNvPr id="54" name="Google Shape;54;p7"/>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5" name="Google Shape;55;p7"/>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56" name="Google Shape;56;p7"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57" name="Google Shape;57;p7"/>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8" name="Google Shape;58;p7"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
        <p:nvSpPr>
          <p:cNvPr id="59" name="Google Shape;59;p7"/>
          <p:cNvSpPr>
            <a:spLocks noGrp="1"/>
          </p:cNvSpPr>
          <p:nvPr>
            <p:ph type="pic" idx="2"/>
          </p:nvPr>
        </p:nvSpPr>
        <p:spPr>
          <a:xfrm>
            <a:off x="8472275" y="1213915"/>
            <a:ext cx="3208200" cy="2546400"/>
          </a:xfrm>
          <a:prstGeom prst="roundRect">
            <a:avLst>
              <a:gd name="adj" fmla="val 4234"/>
            </a:avLst>
          </a:prstGeom>
          <a:noFill/>
          <a:ln w="28575" cap="flat" cmpd="sng">
            <a:solidFill>
              <a:srgbClr val="BFBFBF"/>
            </a:solidFill>
            <a:prstDash val="solid"/>
            <a:round/>
            <a:headEnd type="none" w="sm" len="sm"/>
            <a:tailEnd type="none" w="sm" len="sm"/>
          </a:ln>
        </p:spPr>
      </p:sp>
    </p:spTree>
    <p:extLst>
      <p:ext uri="{BB962C8B-B14F-4D97-AF65-F5344CB8AC3E}">
        <p14:creationId xmlns:p14="http://schemas.microsoft.com/office/powerpoint/2010/main" val="32856813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Interactive Moment" type="objTx">
  <p:cSld name="Interactive Moment">
    <p:bg>
      <p:bgPr>
        <a:gradFill>
          <a:gsLst>
            <a:gs pos="0">
              <a:srgbClr val="F5F5F5"/>
            </a:gs>
            <a:gs pos="100000">
              <a:srgbClr val="E8E8E8"/>
            </a:gs>
          </a:gsLst>
          <a:lin ang="8100019" scaled="0"/>
        </a:gradFill>
        <a:effectLst/>
      </p:bgPr>
    </p:bg>
    <p:spTree>
      <p:nvGrpSpPr>
        <p:cNvPr id="1" name="Shape 60"/>
        <p:cNvGrpSpPr/>
        <p:nvPr/>
      </p:nvGrpSpPr>
      <p:grpSpPr>
        <a:xfrm>
          <a:off x="0" y="0"/>
          <a:ext cx="0" cy="0"/>
          <a:chOff x="0" y="0"/>
          <a:chExt cx="0" cy="0"/>
        </a:xfrm>
      </p:grpSpPr>
      <p:pic>
        <p:nvPicPr>
          <p:cNvPr id="61" name="Google Shape;61;p8"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62" name="Google Shape;62;p8"/>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3" name="Google Shape;63;p8"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extLst>
      <p:ext uri="{BB962C8B-B14F-4D97-AF65-F5344CB8AC3E}">
        <p14:creationId xmlns:p14="http://schemas.microsoft.com/office/powerpoint/2010/main" val="258046930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White background" type="picTx">
  <p:cSld name="White background">
    <p:spTree>
      <p:nvGrpSpPr>
        <p:cNvPr id="1" name="Shape 64"/>
        <p:cNvGrpSpPr/>
        <p:nvPr/>
      </p:nvGrpSpPr>
      <p:grpSpPr>
        <a:xfrm>
          <a:off x="0" y="0"/>
          <a:ext cx="0" cy="0"/>
          <a:chOff x="0" y="0"/>
          <a:chExt cx="0" cy="0"/>
        </a:xfrm>
      </p:grpSpPr>
      <p:grpSp>
        <p:nvGrpSpPr>
          <p:cNvPr id="65" name="Google Shape;65;p9"/>
          <p:cNvGrpSpPr/>
          <p:nvPr/>
        </p:nvGrpSpPr>
        <p:grpSpPr>
          <a:xfrm>
            <a:off x="483979" y="656161"/>
            <a:ext cx="360196" cy="372345"/>
            <a:chOff x="1074126" y="1181859"/>
            <a:chExt cx="528070" cy="545880"/>
          </a:xfrm>
        </p:grpSpPr>
        <p:sp>
          <p:nvSpPr>
            <p:cNvPr id="66" name="Google Shape;66;p9"/>
            <p:cNvSpPr/>
            <p:nvPr/>
          </p:nvSpPr>
          <p:spPr>
            <a:xfrm>
              <a:off x="1074126" y="1181859"/>
              <a:ext cx="528070" cy="526317"/>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 name="Google Shape;67;p9"/>
            <p:cNvSpPr/>
            <p:nvPr/>
          </p:nvSpPr>
          <p:spPr>
            <a:xfrm>
              <a:off x="1121595" y="1251814"/>
              <a:ext cx="477510" cy="475925"/>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68" name="Google Shape;68;p9" title="EXPAND-cobranded-RGB_Red.png"/>
          <p:cNvPicPr preferRelativeResize="0"/>
          <p:nvPr/>
        </p:nvPicPr>
        <p:blipFill rotWithShape="1">
          <a:blip r:embed="rId2">
            <a:alphaModFix/>
          </a:blip>
          <a:srcRect/>
          <a:stretch/>
        </p:blipFill>
        <p:spPr>
          <a:xfrm>
            <a:off x="7692000" y="6010450"/>
            <a:ext cx="4337172" cy="582375"/>
          </a:xfrm>
          <a:prstGeom prst="rect">
            <a:avLst/>
          </a:prstGeom>
          <a:noFill/>
          <a:ln>
            <a:noFill/>
          </a:ln>
        </p:spPr>
      </p:pic>
      <p:sp>
        <p:nvSpPr>
          <p:cNvPr id="69" name="Google Shape;69;p9"/>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0" name="Google Shape;70;p9" title="EXPANDArrow.png"/>
          <p:cNvPicPr preferRelativeResize="0"/>
          <p:nvPr/>
        </p:nvPicPr>
        <p:blipFill rotWithShape="1">
          <a:blip r:embed="rId3">
            <a:alphaModFix/>
          </a:blip>
          <a:srcRect/>
          <a:stretch/>
        </p:blipFill>
        <p:spPr>
          <a:xfrm>
            <a:off x="-198075" y="6516618"/>
            <a:ext cx="643883" cy="341375"/>
          </a:xfrm>
          <a:prstGeom prst="rect">
            <a:avLst/>
          </a:prstGeom>
          <a:noFill/>
          <a:ln>
            <a:noFill/>
          </a:ln>
        </p:spPr>
      </p:pic>
    </p:spTree>
    <p:extLst>
      <p:ext uri="{BB962C8B-B14F-4D97-AF65-F5344CB8AC3E}">
        <p14:creationId xmlns:p14="http://schemas.microsoft.com/office/powerpoint/2010/main" val="9304509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314005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2298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9" Type="http://schemas.openxmlformats.org/officeDocument/2006/relationships/slideLayout" Target="../slideLayouts/slideLayout49.xml"/><Relationship Id="rId21" Type="http://schemas.openxmlformats.org/officeDocument/2006/relationships/slideLayout" Target="../slideLayouts/slideLayout31.xml"/><Relationship Id="rId34" Type="http://schemas.openxmlformats.org/officeDocument/2006/relationships/slideLayout" Target="../slideLayouts/slideLayout44.xml"/><Relationship Id="rId42" Type="http://schemas.openxmlformats.org/officeDocument/2006/relationships/slideLayout" Target="../slideLayouts/slideLayout52.xml"/><Relationship Id="rId47" Type="http://schemas.openxmlformats.org/officeDocument/2006/relationships/theme" Target="../theme/theme2.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9" Type="http://schemas.openxmlformats.org/officeDocument/2006/relationships/slideLayout" Target="../slideLayouts/slideLayout39.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32" Type="http://schemas.openxmlformats.org/officeDocument/2006/relationships/slideLayout" Target="../slideLayouts/slideLayout42.xml"/><Relationship Id="rId37" Type="http://schemas.openxmlformats.org/officeDocument/2006/relationships/slideLayout" Target="../slideLayouts/slideLayout47.xml"/><Relationship Id="rId40" Type="http://schemas.openxmlformats.org/officeDocument/2006/relationships/slideLayout" Target="../slideLayouts/slideLayout50.xml"/><Relationship Id="rId45" Type="http://schemas.openxmlformats.org/officeDocument/2006/relationships/slideLayout" Target="../slideLayouts/slideLayout55.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slideLayout" Target="../slideLayouts/slideLayout38.xml"/><Relationship Id="rId36" Type="http://schemas.openxmlformats.org/officeDocument/2006/relationships/slideLayout" Target="../slideLayouts/slideLayout46.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slideLayout" Target="../slideLayouts/slideLayout41.xml"/><Relationship Id="rId44" Type="http://schemas.openxmlformats.org/officeDocument/2006/relationships/slideLayout" Target="../slideLayouts/slideLayout54.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slideLayout" Target="../slideLayouts/slideLayout40.xml"/><Relationship Id="rId35" Type="http://schemas.openxmlformats.org/officeDocument/2006/relationships/slideLayout" Target="../slideLayouts/slideLayout45.xml"/><Relationship Id="rId43" Type="http://schemas.openxmlformats.org/officeDocument/2006/relationships/slideLayout" Target="../slideLayouts/slideLayout53.xml"/><Relationship Id="rId8" Type="http://schemas.openxmlformats.org/officeDocument/2006/relationships/slideLayout" Target="../slideLayouts/slideLayout18.xml"/><Relationship Id="rId3" Type="http://schemas.openxmlformats.org/officeDocument/2006/relationships/slideLayout" Target="../slideLayouts/slideLayout13.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33" Type="http://schemas.openxmlformats.org/officeDocument/2006/relationships/slideLayout" Target="../slideLayouts/slideLayout43.xml"/><Relationship Id="rId38" Type="http://schemas.openxmlformats.org/officeDocument/2006/relationships/slideLayout" Target="../slideLayouts/slideLayout48.xml"/><Relationship Id="rId46" Type="http://schemas.openxmlformats.org/officeDocument/2006/relationships/slideLayout" Target="../slideLayouts/slideLayout56.xml"/><Relationship Id="rId20" Type="http://schemas.openxmlformats.org/officeDocument/2006/relationships/slideLayout" Target="../slideLayouts/slideLayout30.xml"/><Relationship Id="rId41"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theme" Target="../theme/theme3.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6"/>
        <p:cNvGrpSpPr/>
        <p:nvPr/>
      </p:nvGrpSpPr>
      <p:grpSpPr>
        <a:xfrm>
          <a:off x="0" y="0"/>
          <a:ext cx="0" cy="0"/>
          <a:chOff x="0" y="0"/>
          <a:chExt cx="0" cy="0"/>
        </a:xfrm>
      </p:grpSpPr>
      <p:sp>
        <p:nvSpPr>
          <p:cNvPr id="87" name="Google Shape;87;p12"/>
          <p:cNvSpPr txBox="1">
            <a:spLocks noGrp="1"/>
          </p:cNvSpPr>
          <p:nvPr>
            <p:ph type="title"/>
          </p:nvPr>
        </p:nvSpPr>
        <p:spPr>
          <a:xfrm>
            <a:off x="599433" y="846597"/>
            <a:ext cx="3036000" cy="889500"/>
          </a:xfrm>
          <a:prstGeom prst="rect">
            <a:avLst/>
          </a:prstGeom>
          <a:noFill/>
          <a:ln>
            <a:noFill/>
          </a:ln>
        </p:spPr>
        <p:txBody>
          <a:bodyPr spcFirstLastPara="1" wrap="square" lIns="0" tIns="0" rIns="0" bIns="0" anchor="t" anchorCtr="0">
            <a:noAutofit/>
          </a:bodyPr>
          <a:lstStyle>
            <a:lvl1pPr lvl="0">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1pPr>
            <a:lvl2pPr lvl="1">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2pPr>
            <a:lvl3pPr lvl="2">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3pPr>
            <a:lvl4pPr lvl="3">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4pPr>
            <a:lvl5pPr lvl="4">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5pPr>
            <a:lvl6pPr lvl="5">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6pPr>
            <a:lvl7pPr lvl="6">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7pPr>
            <a:lvl8pPr lvl="7">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8pPr>
            <a:lvl9pPr lvl="8">
              <a:lnSpc>
                <a:spcPct val="75000"/>
              </a:lnSpc>
              <a:spcBef>
                <a:spcPts val="0"/>
              </a:spcBef>
              <a:spcAft>
                <a:spcPts val="0"/>
              </a:spcAft>
              <a:buClr>
                <a:schemeClr val="lt2"/>
              </a:buClr>
              <a:buSzPts val="3700"/>
              <a:buFont typeface="Work Sans Black"/>
              <a:buNone/>
              <a:defRPr sz="3700">
                <a:solidFill>
                  <a:schemeClr val="lt2"/>
                </a:solidFill>
                <a:latin typeface="Work Sans Black"/>
                <a:ea typeface="Work Sans Black"/>
                <a:cs typeface="Work Sans Black"/>
                <a:sym typeface="Work Sans Black"/>
              </a:defRPr>
            </a:lvl9pPr>
          </a:lstStyle>
          <a:p>
            <a:endParaRPr/>
          </a:p>
        </p:txBody>
      </p:sp>
      <p:sp>
        <p:nvSpPr>
          <p:cNvPr id="88" name="Google Shape;88;p12"/>
          <p:cNvSpPr txBox="1">
            <a:spLocks noGrp="1"/>
          </p:cNvSpPr>
          <p:nvPr>
            <p:ph type="body" idx="1"/>
          </p:nvPr>
        </p:nvSpPr>
        <p:spPr>
          <a:xfrm>
            <a:off x="599433" y="4161600"/>
            <a:ext cx="11244300" cy="1574400"/>
          </a:xfrm>
          <a:prstGeom prst="rect">
            <a:avLst/>
          </a:prstGeom>
          <a:noFill/>
          <a:ln>
            <a:noFill/>
          </a:ln>
        </p:spPr>
        <p:txBody>
          <a:bodyPr spcFirstLastPara="1" wrap="square" lIns="0" tIns="0" rIns="0" bIns="0" anchor="b" anchorCtr="0">
            <a:noAutofit/>
          </a:bodyPr>
          <a:lstStyle>
            <a:lvl1pPr marL="457200" lvl="0"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1pPr>
            <a:lvl2pPr marL="914400" lvl="1"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2pPr>
            <a:lvl3pPr marL="1371600" lvl="2"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3pPr>
            <a:lvl4pPr marL="1828800" lvl="3"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4pPr>
            <a:lvl5pPr marL="2286000" lvl="4"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5pPr>
            <a:lvl6pPr marL="2743200" lvl="5"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6pPr>
            <a:lvl7pPr marL="3200400" lvl="6"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7pPr>
            <a:lvl8pPr marL="3657600" lvl="7"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8pPr>
            <a:lvl9pPr marL="4114800" lvl="8" indent="-29845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9pPr>
          </a:lstStyle>
          <a:p>
            <a:endParaRPr/>
          </a:p>
        </p:txBody>
      </p:sp>
      <p:sp>
        <p:nvSpPr>
          <p:cNvPr id="89" name="Google Shape;89;p12"/>
          <p:cNvSpPr txBox="1">
            <a:spLocks noGrp="1"/>
          </p:cNvSpPr>
          <p:nvPr>
            <p:ph type="sldNum" idx="12"/>
          </p:nvPr>
        </p:nvSpPr>
        <p:spPr>
          <a:xfrm>
            <a:off x="301733" y="6514700"/>
            <a:ext cx="608700" cy="225600"/>
          </a:xfrm>
          <a:prstGeom prst="rect">
            <a:avLst/>
          </a:prstGeom>
          <a:noFill/>
          <a:ln>
            <a:noFill/>
          </a:ln>
        </p:spPr>
        <p:txBody>
          <a:bodyPr spcFirstLastPara="1" wrap="square" lIns="0" tIns="0" rIns="0" bIns="0" anchor="ctr" anchorCtr="0">
            <a:noAutofit/>
          </a:bodyPr>
          <a:lstStyle>
            <a:lvl1pPr lvl="0" rtl="0">
              <a:buNone/>
              <a:defRPr sz="1500">
                <a:solidFill>
                  <a:schemeClr val="lt2"/>
                </a:solidFill>
                <a:latin typeface="Work Sans Black"/>
                <a:ea typeface="Work Sans Black"/>
                <a:cs typeface="Work Sans Black"/>
                <a:sym typeface="Work Sans Black"/>
              </a:defRPr>
            </a:lvl1pPr>
            <a:lvl2pPr lvl="1" rtl="0">
              <a:buNone/>
              <a:defRPr sz="1500">
                <a:solidFill>
                  <a:schemeClr val="lt2"/>
                </a:solidFill>
                <a:latin typeface="Work Sans Black"/>
                <a:ea typeface="Work Sans Black"/>
                <a:cs typeface="Work Sans Black"/>
                <a:sym typeface="Work Sans Black"/>
              </a:defRPr>
            </a:lvl2pPr>
            <a:lvl3pPr lvl="2" rtl="0">
              <a:buNone/>
              <a:defRPr sz="1500">
                <a:solidFill>
                  <a:schemeClr val="lt2"/>
                </a:solidFill>
                <a:latin typeface="Work Sans Black"/>
                <a:ea typeface="Work Sans Black"/>
                <a:cs typeface="Work Sans Black"/>
                <a:sym typeface="Work Sans Black"/>
              </a:defRPr>
            </a:lvl3pPr>
            <a:lvl4pPr lvl="3" rtl="0">
              <a:buNone/>
              <a:defRPr sz="1500">
                <a:solidFill>
                  <a:schemeClr val="lt2"/>
                </a:solidFill>
                <a:latin typeface="Work Sans Black"/>
                <a:ea typeface="Work Sans Black"/>
                <a:cs typeface="Work Sans Black"/>
                <a:sym typeface="Work Sans Black"/>
              </a:defRPr>
            </a:lvl4pPr>
            <a:lvl5pPr lvl="4" rtl="0">
              <a:buNone/>
              <a:defRPr sz="1500">
                <a:solidFill>
                  <a:schemeClr val="lt2"/>
                </a:solidFill>
                <a:latin typeface="Work Sans Black"/>
                <a:ea typeface="Work Sans Black"/>
                <a:cs typeface="Work Sans Black"/>
                <a:sym typeface="Work Sans Black"/>
              </a:defRPr>
            </a:lvl5pPr>
            <a:lvl6pPr lvl="5" rtl="0">
              <a:buNone/>
              <a:defRPr sz="1500">
                <a:solidFill>
                  <a:schemeClr val="lt2"/>
                </a:solidFill>
                <a:latin typeface="Work Sans Black"/>
                <a:ea typeface="Work Sans Black"/>
                <a:cs typeface="Work Sans Black"/>
                <a:sym typeface="Work Sans Black"/>
              </a:defRPr>
            </a:lvl6pPr>
            <a:lvl7pPr lvl="6" rtl="0">
              <a:buNone/>
              <a:defRPr sz="1500">
                <a:solidFill>
                  <a:schemeClr val="lt2"/>
                </a:solidFill>
                <a:latin typeface="Work Sans Black"/>
                <a:ea typeface="Work Sans Black"/>
                <a:cs typeface="Work Sans Black"/>
                <a:sym typeface="Work Sans Black"/>
              </a:defRPr>
            </a:lvl7pPr>
            <a:lvl8pPr lvl="7" rtl="0">
              <a:buNone/>
              <a:defRPr sz="1500">
                <a:solidFill>
                  <a:schemeClr val="lt2"/>
                </a:solidFill>
                <a:latin typeface="Work Sans Black"/>
                <a:ea typeface="Work Sans Black"/>
                <a:cs typeface="Work Sans Black"/>
                <a:sym typeface="Work Sans Black"/>
              </a:defRPr>
            </a:lvl8pPr>
            <a:lvl9pPr lvl="8" rtl="0">
              <a:buNone/>
              <a:defRPr sz="1500">
                <a:solidFill>
                  <a:schemeClr val="lt2"/>
                </a:solidFill>
                <a:latin typeface="Work Sans Black"/>
                <a:ea typeface="Work Sans Black"/>
                <a:cs typeface="Work Sans Black"/>
                <a:sym typeface="Work Sans Black"/>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0">
          <p15:clr>
            <a:srgbClr val="E46962"/>
          </p15:clr>
        </p15:guide>
        <p15:guide id="2" orient="horz" pos="3793">
          <p15:clr>
            <a:srgbClr val="E46962"/>
          </p15:clr>
        </p15:guide>
        <p15:guide id="3" pos="192">
          <p15:clr>
            <a:srgbClr val="E46962"/>
          </p15:clr>
        </p15:guide>
        <p15:guide id="4" pos="622">
          <p15:clr>
            <a:srgbClr val="E46962"/>
          </p15:clr>
        </p15:guide>
        <p15:guide id="5" pos="814">
          <p15:clr>
            <a:srgbClr val="E46962"/>
          </p15:clr>
        </p15:guide>
        <p15:guide id="6" pos="1244">
          <p15:clr>
            <a:srgbClr val="E46962"/>
          </p15:clr>
        </p15:guide>
        <p15:guide id="7" pos="1436">
          <p15:clr>
            <a:srgbClr val="E46962"/>
          </p15:clr>
        </p15:guide>
        <p15:guide id="8" pos="1866">
          <p15:clr>
            <a:srgbClr val="E46962"/>
          </p15:clr>
        </p15:guide>
        <p15:guide id="9" pos="2058">
          <p15:clr>
            <a:srgbClr val="E46962"/>
          </p15:clr>
        </p15:guide>
        <p15:guide id="10" pos="2488">
          <p15:clr>
            <a:srgbClr val="E46962"/>
          </p15:clr>
        </p15:guide>
        <p15:guide id="11" pos="2680">
          <p15:clr>
            <a:srgbClr val="E46962"/>
          </p15:clr>
        </p15:guide>
        <p15:guide id="12" pos="3303">
          <p15:clr>
            <a:srgbClr val="E46962"/>
          </p15:clr>
        </p15:guide>
        <p15:guide id="13" pos="3111">
          <p15:clr>
            <a:srgbClr val="E46962"/>
          </p15:clr>
        </p15:guide>
        <p15:guide id="14" pos="3733">
          <p15:clr>
            <a:srgbClr val="E46962"/>
          </p15:clr>
        </p15:guide>
        <p15:guide id="15" pos="4354">
          <p15:clr>
            <a:srgbClr val="E46962"/>
          </p15:clr>
        </p15:guide>
        <p15:guide id="16" pos="3925">
          <p15:clr>
            <a:srgbClr val="E46962"/>
          </p15:clr>
        </p15:guide>
        <p15:guide id="17" pos="4972">
          <p15:clr>
            <a:srgbClr val="E46962"/>
          </p15:clr>
        </p15:guide>
        <p15:guide id="18" pos="4546">
          <p15:clr>
            <a:srgbClr val="E46962"/>
          </p15:clr>
        </p15:guide>
        <p15:guide id="19" pos="5594">
          <p15:clr>
            <a:srgbClr val="E46962"/>
          </p15:clr>
        </p15:guide>
        <p15:guide id="20" pos="5164">
          <p15:clr>
            <a:srgbClr val="E46962"/>
          </p15:clr>
        </p15:guide>
        <p15:guide id="21" pos="5786">
          <p15:clr>
            <a:srgbClr val="E46962"/>
          </p15:clr>
        </p15:guide>
        <p15:guide id="22" pos="6408">
          <p15:clr>
            <a:srgbClr val="E46962"/>
          </p15:clr>
        </p15:guide>
        <p15:guide id="23" pos="6216">
          <p15:clr>
            <a:srgbClr val="E46962"/>
          </p15:clr>
        </p15:guide>
        <p15:guide id="24" pos="7030">
          <p15:clr>
            <a:srgbClr val="E46962"/>
          </p15:clr>
        </p15:guide>
        <p15:guide id="25" pos="6838">
          <p15:clr>
            <a:srgbClr val="E46962"/>
          </p15:clr>
        </p15:guide>
        <p15:guide id="26" pos="7461">
          <p15:clr>
            <a:srgbClr val="E46962"/>
          </p15:clr>
        </p15:guide>
        <p15:guide id="27" orient="horz" pos="399">
          <p15:clr>
            <a:srgbClr val="E46962"/>
          </p15:clr>
        </p15:guide>
        <p15:guide id="28" orient="horz" pos="599">
          <p15:clr>
            <a:srgbClr val="E46962"/>
          </p15:clr>
        </p15:guide>
        <p15:guide id="29" orient="horz" pos="798">
          <p15:clr>
            <a:srgbClr val="E46962"/>
          </p15:clr>
        </p15:guide>
        <p15:guide id="30" orient="horz" pos="998">
          <p15:clr>
            <a:srgbClr val="E46962"/>
          </p15:clr>
        </p15:guide>
        <p15:guide id="31" orient="horz" pos="1197">
          <p15:clr>
            <a:srgbClr val="E46962"/>
          </p15:clr>
        </p15:guide>
        <p15:guide id="32" orient="horz" pos="1397">
          <p15:clr>
            <a:srgbClr val="E46962"/>
          </p15:clr>
        </p15:guide>
        <p15:guide id="33" orient="horz" pos="1596">
          <p15:clr>
            <a:srgbClr val="E46962"/>
          </p15:clr>
        </p15:guide>
        <p15:guide id="34" orient="horz" pos="1796">
          <p15:clr>
            <a:srgbClr val="E46962"/>
          </p15:clr>
        </p15:guide>
        <p15:guide id="35" orient="horz" pos="1996">
          <p15:clr>
            <a:srgbClr val="E46962"/>
          </p15:clr>
        </p15:guide>
        <p15:guide id="36" orient="horz" pos="2195">
          <p15:clr>
            <a:srgbClr val="E46962"/>
          </p15:clr>
        </p15:guide>
        <p15:guide id="37" orient="horz" pos="2395">
          <p15:clr>
            <a:srgbClr val="E46962"/>
          </p15:clr>
        </p15:guide>
        <p15:guide id="38" orient="horz" pos="2596">
          <p15:clr>
            <a:srgbClr val="E46962"/>
          </p15:clr>
        </p15:guide>
        <p15:guide id="39" orient="horz" pos="2795">
          <p15:clr>
            <a:srgbClr val="E46962"/>
          </p15:clr>
        </p15:guide>
        <p15:guide id="40" orient="horz" pos="2995">
          <p15:clr>
            <a:srgbClr val="E46962"/>
          </p15:clr>
        </p15:guide>
        <p15:guide id="41" orient="horz" pos="3194">
          <p15:clr>
            <a:srgbClr val="E46962"/>
          </p15:clr>
        </p15:guide>
        <p15:guide id="42" orient="horz" pos="3394">
          <p15:clr>
            <a:srgbClr val="E46962"/>
          </p15:clr>
        </p15:guide>
        <p15:guide id="43" orient="horz" pos="3594">
          <p15:clr>
            <a:srgbClr val="E46962"/>
          </p15:clr>
        </p15:guide>
        <p15:guide id="44" orient="horz" pos="3993">
          <p15:clr>
            <a:srgbClr val="E46962"/>
          </p15:clr>
        </p15:guide>
        <p15:guide id="45" orient="horz" pos="4175">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67704631"/>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59"/>
          <p:cNvSpPr txBox="1"/>
          <p:nvPr/>
        </p:nvSpPr>
        <p:spPr>
          <a:xfrm>
            <a:off x="973050" y="1287800"/>
            <a:ext cx="10245900" cy="187740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5500"/>
              <a:buFont typeface="Arial"/>
              <a:buNone/>
            </a:pPr>
            <a:r>
              <a:rPr lang="en-US" sz="5500" b="1" i="0" u="none" strike="noStrike" cap="none" dirty="0">
                <a:solidFill>
                  <a:srgbClr val="C5050C"/>
                </a:solidFill>
                <a:latin typeface="Red Hat Text"/>
                <a:ea typeface="Red Hat Text"/>
                <a:cs typeface="Red Hat Text"/>
                <a:sym typeface="Red Hat Text"/>
              </a:rPr>
              <a:t>Welcome Back,</a:t>
            </a:r>
          </a:p>
          <a:p>
            <a:pPr marL="0" marR="0" lvl="0" indent="0" algn="l" rtl="0">
              <a:lnSpc>
                <a:spcPct val="100000"/>
              </a:lnSpc>
              <a:spcBef>
                <a:spcPts val="0"/>
              </a:spcBef>
              <a:spcAft>
                <a:spcPts val="0"/>
              </a:spcAft>
              <a:buClr>
                <a:srgbClr val="000000"/>
              </a:buClr>
              <a:buSzPts val="5500"/>
              <a:buFont typeface="Arial"/>
              <a:buNone/>
            </a:pPr>
            <a:r>
              <a:rPr lang="en-US" sz="5500" b="1" i="0" u="none" strike="noStrike" cap="none" dirty="0">
                <a:solidFill>
                  <a:srgbClr val="C5050C"/>
                </a:solidFill>
                <a:latin typeface="Red Hat Text"/>
                <a:ea typeface="Red Hat Text"/>
                <a:cs typeface="Red Hat Text"/>
                <a:sym typeface="Red Hat Text"/>
              </a:rPr>
              <a:t>Operations Track!</a:t>
            </a:r>
          </a:p>
        </p:txBody>
      </p:sp>
      <p:pic>
        <p:nvPicPr>
          <p:cNvPr id="578" name="Google Shape;578;p59" title="EXPANDArrow.png"/>
          <p:cNvPicPr preferRelativeResize="0"/>
          <p:nvPr/>
        </p:nvPicPr>
        <p:blipFill rotWithShape="1">
          <a:blip r:embed="rId3">
            <a:alphaModFix/>
          </a:blip>
          <a:srcRect/>
          <a:stretch/>
        </p:blipFill>
        <p:spPr>
          <a:xfrm flipH="1">
            <a:off x="11708025" y="6516630"/>
            <a:ext cx="643883" cy="341375"/>
          </a:xfrm>
          <a:prstGeom prst="rect">
            <a:avLst/>
          </a:prstGeom>
          <a:noFill/>
          <a:ln>
            <a:noFill/>
          </a:ln>
        </p:spPr>
      </p:pic>
      <p:sp>
        <p:nvSpPr>
          <p:cNvPr id="579" name="Google Shape;579;p59"/>
          <p:cNvSpPr txBox="1"/>
          <p:nvPr/>
        </p:nvSpPr>
        <p:spPr>
          <a:xfrm>
            <a:off x="842025" y="3735325"/>
            <a:ext cx="662820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rgbClr val="646569"/>
                </a:solidFill>
                <a:latin typeface="Red Hat Display Black"/>
                <a:ea typeface="Red Hat Display Black"/>
                <a:cs typeface="Red Hat Display Black"/>
                <a:sym typeface="Red Hat Display Black"/>
              </a:rPr>
              <a:t>Date</a:t>
            </a:r>
            <a:endParaRPr sz="2400" dirty="0">
              <a:solidFill>
                <a:srgbClr val="646569"/>
              </a:solidFill>
              <a:latin typeface="Red Hat Display Black"/>
              <a:ea typeface="Red Hat Display Black"/>
              <a:cs typeface="Red Hat Display Black"/>
              <a:sym typeface="Red Hat Display Black"/>
            </a:endParaRPr>
          </a:p>
          <a:p>
            <a:pPr marL="0" marR="0" lvl="0" indent="0" algn="l" rtl="0">
              <a:spcBef>
                <a:spcPts val="0"/>
              </a:spcBef>
              <a:spcAft>
                <a:spcPts val="0"/>
              </a:spcAft>
              <a:buNone/>
            </a:pPr>
            <a:r>
              <a:rPr lang="en-US" sz="2400" dirty="0">
                <a:solidFill>
                  <a:srgbClr val="646569"/>
                </a:solidFill>
                <a:latin typeface="Red Hat Display SemiBold"/>
                <a:ea typeface="Red Hat Display SemiBold"/>
                <a:cs typeface="Red Hat Display SemiBold"/>
                <a:sym typeface="Red Hat Display SemiBold"/>
              </a:rPr>
              <a:t>First Last </a:t>
            </a:r>
            <a:endParaRPr sz="2400" dirty="0">
              <a:solidFill>
                <a:srgbClr val="646569"/>
              </a:solidFill>
              <a:latin typeface="Red Hat Display SemiBold"/>
              <a:ea typeface="Red Hat Display SemiBold"/>
              <a:cs typeface="Red Hat Display SemiBold"/>
              <a:sym typeface="Red Hat Display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60"/>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050C"/>
                </a:solidFill>
                <a:latin typeface="Red Hat Display ExtraBold"/>
                <a:ea typeface="Red Hat Display ExtraBold"/>
                <a:cs typeface="Red Hat Display ExtraBold"/>
                <a:sym typeface="Red Hat Display ExtraBold"/>
              </a:rPr>
              <a:t>How We Learn Together</a:t>
            </a:r>
            <a:endParaRPr sz="1400" b="0" i="0" u="none" strike="noStrike" cap="none">
              <a:solidFill>
                <a:srgbClr val="000000"/>
              </a:solidFill>
              <a:latin typeface="Arial"/>
              <a:ea typeface="Arial"/>
              <a:cs typeface="Arial"/>
              <a:sym typeface="Arial"/>
            </a:endParaRPr>
          </a:p>
        </p:txBody>
      </p:sp>
      <p:sp>
        <p:nvSpPr>
          <p:cNvPr id="585" name="Google Shape;585;p60"/>
          <p:cNvSpPr txBox="1"/>
          <p:nvPr/>
        </p:nvSpPr>
        <p:spPr>
          <a:xfrm>
            <a:off x="544400" y="1299325"/>
            <a:ext cx="9824700" cy="2098500"/>
          </a:xfrm>
          <a:prstGeom prst="rect">
            <a:avLst/>
          </a:prstGeom>
          <a:noFill/>
          <a:ln>
            <a:noFill/>
          </a:ln>
        </p:spPr>
        <p:txBody>
          <a:bodyPr spcFirstLastPara="1" wrap="square" lIns="91425" tIns="45700" rIns="91425" bIns="45700" anchor="t" anchorCtr="0">
            <a:spAutoFit/>
          </a:bodyPr>
          <a:lstStyle/>
          <a:p>
            <a:pPr marL="457200" lvl="0" indent="-406400" algn="l" rtl="0">
              <a:lnSpc>
                <a:spcPct val="150000"/>
              </a:lnSpc>
              <a:spcBef>
                <a:spcPts val="1200"/>
              </a:spcBef>
              <a:spcAft>
                <a:spcPts val="0"/>
              </a:spcAft>
              <a:buClr>
                <a:schemeClr val="dk1"/>
              </a:buClr>
              <a:buSzPts val="2800"/>
              <a:buChar char="•"/>
            </a:pPr>
            <a:r>
              <a:rPr lang="en-US" sz="2800">
                <a:solidFill>
                  <a:schemeClr val="dk1"/>
                </a:solidFill>
                <a:latin typeface="Red Hat Display"/>
                <a:ea typeface="Red Hat Display"/>
                <a:cs typeface="Red Hat Display"/>
                <a:sym typeface="Red Hat Display"/>
              </a:rPr>
              <a:t>Nam ac tortor euismod, tristique </a:t>
            </a:r>
            <a:endParaRPr>
              <a:solidFill>
                <a:schemeClr val="dk1"/>
              </a:solidFill>
            </a:endParaRPr>
          </a:p>
          <a:p>
            <a:pPr marL="457200" lvl="0" indent="-406400" algn="l" rtl="0">
              <a:lnSpc>
                <a:spcPct val="150000"/>
              </a:lnSpc>
              <a:spcBef>
                <a:spcPts val="1200"/>
              </a:spcBef>
              <a:spcAft>
                <a:spcPts val="0"/>
              </a:spcAft>
              <a:buClr>
                <a:schemeClr val="dk1"/>
              </a:buClr>
              <a:buSzPts val="2800"/>
              <a:buChar char="•"/>
            </a:pPr>
            <a:r>
              <a:rPr lang="en-US" sz="2800">
                <a:solidFill>
                  <a:schemeClr val="dk1"/>
                </a:solidFill>
                <a:latin typeface="Red Hat Display"/>
                <a:ea typeface="Red Hat Display"/>
                <a:cs typeface="Red Hat Display"/>
                <a:sym typeface="Red Hat Display"/>
              </a:rPr>
              <a:t>Sed metus orci, tempus vitae ante</a:t>
            </a:r>
            <a:endParaRPr sz="2800">
              <a:solidFill>
                <a:schemeClr val="dk1"/>
              </a:solidFill>
              <a:latin typeface="Red Hat Display"/>
              <a:ea typeface="Red Hat Display"/>
              <a:cs typeface="Red Hat Display"/>
              <a:sym typeface="Red Hat Display"/>
            </a:endParaRPr>
          </a:p>
          <a:p>
            <a:pPr marL="457200" lvl="0" indent="-406400" algn="l" rtl="0">
              <a:spcBef>
                <a:spcPts val="1000"/>
              </a:spcBef>
              <a:spcAft>
                <a:spcPts val="1000"/>
              </a:spcAft>
              <a:buClr>
                <a:schemeClr val="dk1"/>
              </a:buClr>
              <a:buSzPts val="2800"/>
              <a:buChar char="•"/>
            </a:pPr>
            <a:r>
              <a:rPr lang="en-US" sz="2800">
                <a:solidFill>
                  <a:schemeClr val="dk1"/>
                </a:solidFill>
                <a:latin typeface="Red Hat Display"/>
                <a:ea typeface="Red Hat Display"/>
                <a:cs typeface="Red Hat Display"/>
                <a:sym typeface="Red Hat Display"/>
              </a:rPr>
              <a:t>Etiam sed euismod dolor</a:t>
            </a:r>
            <a:endParaRPr sz="2800">
              <a:solidFill>
                <a:schemeClr val="dk1"/>
              </a:solidFill>
              <a:latin typeface="Red Hat Display"/>
              <a:ea typeface="Red Hat Display"/>
              <a:cs typeface="Red Hat Display"/>
              <a:sym typeface="Red Hat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61"/>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050C"/>
                </a:solidFill>
                <a:latin typeface="Red Hat Display ExtraBold"/>
                <a:ea typeface="Red Hat Display ExtraBold"/>
                <a:cs typeface="Red Hat Display ExtraBold"/>
                <a:sym typeface="Red Hat Display ExtraBold"/>
              </a:rPr>
              <a:t>Recap and Connect</a:t>
            </a:r>
            <a:endParaRPr sz="1400" b="0" i="0" u="none" strike="noStrike" cap="none">
              <a:solidFill>
                <a:srgbClr val="000000"/>
              </a:solidFill>
              <a:latin typeface="Arial"/>
              <a:ea typeface="Arial"/>
              <a:cs typeface="Arial"/>
              <a:sym typeface="Arial"/>
            </a:endParaRPr>
          </a:p>
        </p:txBody>
      </p:sp>
      <p:sp>
        <p:nvSpPr>
          <p:cNvPr id="591" name="Google Shape;591;p61"/>
          <p:cNvSpPr txBox="1"/>
          <p:nvPr/>
        </p:nvSpPr>
        <p:spPr>
          <a:xfrm>
            <a:off x="544400" y="1299325"/>
            <a:ext cx="9824700" cy="2898900"/>
          </a:xfrm>
          <a:prstGeom prst="rect">
            <a:avLst/>
          </a:prstGeom>
          <a:noFill/>
          <a:ln>
            <a:noFill/>
          </a:ln>
        </p:spPr>
        <p:txBody>
          <a:bodyPr spcFirstLastPara="1" wrap="square" lIns="91425" tIns="45700" rIns="91425" bIns="45700" anchor="t" anchorCtr="0">
            <a:spAutoFit/>
          </a:bodyPr>
          <a:lstStyle/>
          <a:p>
            <a:pPr marL="457200" lvl="0" indent="-406400" algn="l" rtl="0">
              <a:lnSpc>
                <a:spcPct val="150000"/>
              </a:lnSpc>
              <a:spcBef>
                <a:spcPts val="1200"/>
              </a:spcBef>
              <a:spcAft>
                <a:spcPts val="0"/>
              </a:spcAft>
              <a:buClr>
                <a:schemeClr val="dk1"/>
              </a:buClr>
              <a:buSzPts val="2800"/>
              <a:buChar char="•"/>
            </a:pPr>
            <a:r>
              <a:rPr lang="en-US" sz="2800">
                <a:solidFill>
                  <a:schemeClr val="dk1"/>
                </a:solidFill>
                <a:latin typeface="Red Hat Display"/>
                <a:ea typeface="Red Hat Display"/>
                <a:cs typeface="Red Hat Display"/>
                <a:sym typeface="Red Hat Display"/>
              </a:rPr>
              <a:t>Nam ac tortor euismod, tristique </a:t>
            </a:r>
            <a:endParaRPr>
              <a:solidFill>
                <a:schemeClr val="dk1"/>
              </a:solidFill>
            </a:endParaRPr>
          </a:p>
          <a:p>
            <a:pPr marL="457200" lvl="0" indent="-406400" algn="l" rtl="0">
              <a:lnSpc>
                <a:spcPct val="150000"/>
              </a:lnSpc>
              <a:spcBef>
                <a:spcPts val="1200"/>
              </a:spcBef>
              <a:spcAft>
                <a:spcPts val="0"/>
              </a:spcAft>
              <a:buClr>
                <a:schemeClr val="dk1"/>
              </a:buClr>
              <a:buSzPts val="2800"/>
              <a:buChar char="•"/>
            </a:pPr>
            <a:r>
              <a:rPr lang="en-US" sz="2800">
                <a:solidFill>
                  <a:schemeClr val="dk1"/>
                </a:solidFill>
                <a:latin typeface="Red Hat Display"/>
                <a:ea typeface="Red Hat Display"/>
                <a:cs typeface="Red Hat Display"/>
                <a:sym typeface="Red Hat Display"/>
              </a:rPr>
              <a:t>Sed metus orci, tempus vitae ante</a:t>
            </a:r>
            <a:endParaRPr sz="2800">
              <a:solidFill>
                <a:schemeClr val="dk1"/>
              </a:solidFill>
              <a:latin typeface="Red Hat Display"/>
              <a:ea typeface="Red Hat Display"/>
              <a:cs typeface="Red Hat Display"/>
              <a:sym typeface="Red Hat Display"/>
            </a:endParaRPr>
          </a:p>
          <a:p>
            <a:pPr marL="457200" lvl="0" indent="-406400" algn="l" rtl="0">
              <a:lnSpc>
                <a:spcPct val="150000"/>
              </a:lnSpc>
              <a:spcBef>
                <a:spcPts val="1200"/>
              </a:spcBef>
              <a:spcAft>
                <a:spcPts val="0"/>
              </a:spcAft>
              <a:buClr>
                <a:schemeClr val="dk1"/>
              </a:buClr>
              <a:buSzPts val="2800"/>
              <a:buChar char="•"/>
            </a:pPr>
            <a:r>
              <a:rPr lang="en-US" sz="2800">
                <a:solidFill>
                  <a:schemeClr val="dk1"/>
                </a:solidFill>
                <a:latin typeface="Red Hat Display"/>
                <a:ea typeface="Red Hat Display"/>
                <a:cs typeface="Red Hat Display"/>
                <a:sym typeface="Red Hat Display"/>
              </a:rPr>
              <a:t>Nam ac tortor euismod, tristique </a:t>
            </a:r>
            <a:endParaRPr>
              <a:solidFill>
                <a:schemeClr val="dk1"/>
              </a:solidFill>
            </a:endParaRPr>
          </a:p>
          <a:p>
            <a:pPr marL="457200" lvl="0" indent="-406400" algn="l" rtl="0">
              <a:spcBef>
                <a:spcPts val="1000"/>
              </a:spcBef>
              <a:spcAft>
                <a:spcPts val="1000"/>
              </a:spcAft>
              <a:buClr>
                <a:schemeClr val="dk1"/>
              </a:buClr>
              <a:buSzPts val="2800"/>
              <a:buChar char="•"/>
            </a:pPr>
            <a:r>
              <a:rPr lang="en-US" sz="2800">
                <a:solidFill>
                  <a:schemeClr val="dk1"/>
                </a:solidFill>
                <a:latin typeface="Red Hat Display"/>
                <a:ea typeface="Red Hat Display"/>
                <a:cs typeface="Red Hat Display"/>
                <a:sym typeface="Red Hat Display"/>
              </a:rPr>
              <a:t>Etiam sed euismod dolor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6" title="Asset 29@3x.png"/>
          <p:cNvPicPr preferRelativeResize="0"/>
          <p:nvPr/>
        </p:nvPicPr>
        <p:blipFill>
          <a:blip r:embed="rId3">
            <a:alphaModFix/>
          </a:blip>
          <a:stretch>
            <a:fillRect/>
          </a:stretch>
        </p:blipFill>
        <p:spPr>
          <a:xfrm>
            <a:off x="352425" y="371475"/>
            <a:ext cx="922059" cy="866775"/>
          </a:xfrm>
          <a:prstGeom prst="rect">
            <a:avLst/>
          </a:prstGeom>
          <a:noFill/>
          <a:ln>
            <a:noFill/>
          </a:ln>
        </p:spPr>
      </p:pic>
      <p:sp>
        <p:nvSpPr>
          <p:cNvPr id="188" name="Google Shape;188;p26"/>
          <p:cNvSpPr txBox="1"/>
          <p:nvPr/>
        </p:nvSpPr>
        <p:spPr>
          <a:xfrm>
            <a:off x="1422803" y="1985917"/>
            <a:ext cx="8567700" cy="2374500"/>
          </a:xfrm>
          <a:prstGeom prst="rect">
            <a:avLst/>
          </a:prstGeom>
          <a:noFill/>
          <a:ln>
            <a:noFill/>
          </a:ln>
        </p:spPr>
        <p:txBody>
          <a:bodyPr spcFirstLastPara="1" wrap="square" lIns="79000" tIns="39475" rIns="79000" bIns="39475" anchor="t"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3802"/>
              <a:buFont typeface="Arial"/>
              <a:buNone/>
              <a:tabLst/>
              <a:defRPr/>
            </a:pPr>
            <a:r>
              <a:rPr kumimoji="0" lang="en-US" sz="3802"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rPr>
              <a:t>How often do you use AI to support your work?</a:t>
            </a:r>
            <a:endParaRPr kumimoji="0" sz="3802"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a:p>
            <a:pPr marL="0" marR="0" lvl="0" indent="0" algn="l" defTabSz="914400" rtl="0" eaLnBrk="1" fontAlgn="auto" latinLnBrk="0" hangingPunct="1">
              <a:lnSpc>
                <a:spcPct val="100000"/>
              </a:lnSpc>
              <a:spcBef>
                <a:spcPts val="0"/>
              </a:spcBef>
              <a:spcAft>
                <a:spcPts val="0"/>
              </a:spcAft>
              <a:buClr>
                <a:srgbClr val="000000"/>
              </a:buClr>
              <a:buSzPts val="3802"/>
              <a:buFont typeface="Arial"/>
              <a:buNone/>
              <a:tabLst/>
              <a:defRPr/>
            </a:pPr>
            <a:endParaRPr kumimoji="0" sz="3802" b="1" i="0" u="none" strike="noStrike" kern="0" cap="none" spc="0" normalizeH="0" baseline="0" noProof="0" dirty="0">
              <a:ln>
                <a:noFill/>
              </a:ln>
              <a:solidFill>
                <a:srgbClr val="000000"/>
              </a:solidFill>
              <a:effectLst/>
              <a:uLnTx/>
              <a:uFillTx/>
              <a:latin typeface="Red Hat Display"/>
              <a:ea typeface="Red Hat Display"/>
              <a:cs typeface="Red Hat Display"/>
              <a:sym typeface="Red Hat Display"/>
            </a:endParaRPr>
          </a:p>
        </p:txBody>
      </p:sp>
      <p:sp>
        <p:nvSpPr>
          <p:cNvPr id="189" name="Google Shape;189;p26"/>
          <p:cNvSpPr txBox="1"/>
          <p:nvPr/>
        </p:nvSpPr>
        <p:spPr>
          <a:xfrm>
            <a:off x="1366131" y="532125"/>
            <a:ext cx="2802900"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600"/>
              <a:buFont typeface="Arial"/>
              <a:buNone/>
              <a:tabLst/>
              <a:defRPr/>
            </a:pPr>
            <a:r>
              <a:rPr kumimoji="0" lang="en-US" sz="3200" b="1" i="0" u="none" strike="noStrike" kern="0" cap="none" spc="0" normalizeH="0" baseline="0" noProof="0" dirty="0">
                <a:ln>
                  <a:noFill/>
                </a:ln>
                <a:solidFill>
                  <a:srgbClr val="434343"/>
                </a:solidFill>
                <a:effectLst/>
                <a:uLnTx/>
                <a:uFillTx/>
                <a:latin typeface="Red Hat Display ExtraBold"/>
                <a:ea typeface="Red Hat Display ExtraBold"/>
                <a:cs typeface="Red Hat Display ExtraBold"/>
                <a:sym typeface="Red Hat Display ExtraBold"/>
              </a:rPr>
              <a:t>Respond</a:t>
            </a:r>
            <a:endParaRPr kumimoji="0" sz="3200" b="1" i="0" u="none" strike="noStrike" kern="0" cap="none" spc="0" normalizeH="0" baseline="0" noProof="0" dirty="0">
              <a:ln>
                <a:noFill/>
              </a:ln>
              <a:solidFill>
                <a:srgbClr val="434343"/>
              </a:solidFill>
              <a:effectLst/>
              <a:uLnTx/>
              <a:uFillTx/>
              <a:latin typeface="Red Hat Display ExtraBold"/>
              <a:ea typeface="Red Hat Display ExtraBold"/>
              <a:cs typeface="Red Hat Display ExtraBold"/>
              <a:sym typeface="Red Hat Display ExtraBold"/>
            </a:endParaRPr>
          </a:p>
        </p:txBody>
      </p:sp>
      <p:sp>
        <p:nvSpPr>
          <p:cNvPr id="190" name="Google Shape;190;p26"/>
          <p:cNvSpPr txBox="1"/>
          <p:nvPr/>
        </p:nvSpPr>
        <p:spPr>
          <a:xfrm>
            <a:off x="1422801" y="3613888"/>
            <a:ext cx="9004800" cy="73862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Pts val="2800"/>
              <a:buFont typeface="Arial"/>
              <a:buNone/>
              <a:tabLst/>
              <a:defRPr/>
            </a:pPr>
            <a:r>
              <a:rPr kumimoji="0" lang="en-US" sz="2800" b="0" i="0" u="none" strike="noStrike" kern="0" cap="none" spc="0" normalizeH="0" baseline="0" noProof="0" dirty="0">
                <a:ln>
                  <a:noFill/>
                </a:ln>
                <a:solidFill>
                  <a:srgbClr val="000000"/>
                </a:solidFill>
                <a:effectLst/>
                <a:uLnTx/>
                <a:uFillTx/>
                <a:latin typeface="Red Hat Text"/>
                <a:ea typeface="Red Hat Text"/>
                <a:cs typeface="Red Hat Text"/>
                <a:sym typeface="Red Hat Text"/>
              </a:rPr>
              <a:t>Select the link in the chat to respond to the poll! </a:t>
            </a:r>
            <a:endParaRPr kumimoji="0" sz="2800" b="0" i="0" u="none" strike="noStrike" kern="0" cap="none" spc="0" normalizeH="0" baseline="0" noProof="0" dirty="0">
              <a:ln>
                <a:noFill/>
              </a:ln>
              <a:solidFill>
                <a:srgbClr val="000000"/>
              </a:solidFill>
              <a:effectLst/>
              <a:uLnTx/>
              <a:uFillTx/>
              <a:latin typeface="Red Hat Text"/>
              <a:ea typeface="Red Hat Text"/>
              <a:cs typeface="Red Hat Text"/>
              <a:sym typeface="Red Hat Text"/>
            </a:endParaRPr>
          </a:p>
        </p:txBody>
      </p:sp>
      <p:sp>
        <p:nvSpPr>
          <p:cNvPr id="3" name="Google Shape;213;p29">
            <a:extLst>
              <a:ext uri="{FF2B5EF4-FFF2-40B4-BE49-F238E27FC236}">
                <a16:creationId xmlns:a16="http://schemas.microsoft.com/office/drawing/2014/main" id="{67F26616-4422-EB1F-3426-FCE8D83FDCA0}"/>
              </a:ext>
            </a:extLst>
          </p:cNvPr>
          <p:cNvSpPr txBox="1"/>
          <p:nvPr/>
        </p:nvSpPr>
        <p:spPr>
          <a:xfrm>
            <a:off x="3494471" y="565107"/>
            <a:ext cx="2020503"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600"/>
              <a:buFont typeface="Arial"/>
              <a:buNone/>
            </a:pPr>
            <a:r>
              <a:rPr lang="en-US" sz="2800" dirty="0">
                <a:solidFill>
                  <a:srgbClr val="666666"/>
                </a:solidFill>
                <a:latin typeface="Red Hat Text"/>
                <a:ea typeface="Red Hat Text"/>
                <a:cs typeface="Red Hat Text"/>
                <a:sym typeface="Red Hat Text"/>
              </a:rPr>
              <a:t>1 minute</a:t>
            </a:r>
            <a:endParaRPr sz="2800" dirty="0">
              <a:solidFill>
                <a:srgbClr val="666666"/>
              </a:solidFill>
              <a:latin typeface="Red Hat Text"/>
              <a:ea typeface="Red Hat Text"/>
              <a:cs typeface="Red Hat Text"/>
              <a:sym typeface="Red Hat Text"/>
            </a:endParaRPr>
          </a:p>
        </p:txBody>
      </p:sp>
      <p:sp>
        <p:nvSpPr>
          <p:cNvPr id="5" name="Google Shape;214;p29">
            <a:extLst>
              <a:ext uri="{FF2B5EF4-FFF2-40B4-BE49-F238E27FC236}">
                <a16:creationId xmlns:a16="http://schemas.microsoft.com/office/drawing/2014/main" id="{D361B7B4-6EA8-CC94-6262-11802494CD8F}"/>
              </a:ext>
            </a:extLst>
          </p:cNvPr>
          <p:cNvSpPr/>
          <p:nvPr/>
        </p:nvSpPr>
        <p:spPr>
          <a:xfrm>
            <a:off x="3347924" y="779099"/>
            <a:ext cx="54900" cy="54900"/>
          </a:xfrm>
          <a:prstGeom prst="ellipse">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62"/>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3600"/>
              <a:buFont typeface="Arial"/>
              <a:buNone/>
            </a:pPr>
            <a:r>
              <a:rPr lang="en-US" sz="3600" b="1">
                <a:solidFill>
                  <a:srgbClr val="C5050C"/>
                </a:solidFill>
                <a:latin typeface="Red Hat Display ExtraBold"/>
                <a:ea typeface="Red Hat Display ExtraBold"/>
                <a:cs typeface="Red Hat Display ExtraBold"/>
                <a:sym typeface="Red Hat Display ExtraBold"/>
              </a:rPr>
              <a:t>Header lorem ipsum</a:t>
            </a:r>
            <a:endParaRPr sz="3600" b="1">
              <a:solidFill>
                <a:srgbClr val="C5050C"/>
              </a:solidFill>
              <a:latin typeface="Red Hat Display ExtraBold"/>
              <a:ea typeface="Red Hat Display ExtraBold"/>
              <a:cs typeface="Red Hat Display ExtraBold"/>
              <a:sym typeface="Red Hat Display ExtraBold"/>
            </a:endParaRPr>
          </a:p>
        </p:txBody>
      </p:sp>
      <p:pic>
        <p:nvPicPr>
          <p:cNvPr id="597" name="Google Shape;597;p62" title="Points scored"/>
          <p:cNvPicPr preferRelativeResize="0"/>
          <p:nvPr/>
        </p:nvPicPr>
        <p:blipFill rotWithShape="1">
          <a:blip r:embed="rId3">
            <a:alphaModFix/>
          </a:blip>
          <a:srcRect/>
          <a:stretch/>
        </p:blipFill>
        <p:spPr>
          <a:xfrm>
            <a:off x="2912050" y="1775326"/>
            <a:ext cx="6171000" cy="3815726"/>
          </a:xfrm>
          <a:prstGeom prst="rect">
            <a:avLst/>
          </a:prstGeom>
          <a:noFill/>
          <a:ln w="28575" cap="flat" cmpd="sng">
            <a:solidFill>
              <a:srgbClr val="D8D8D8"/>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63"/>
          <p:cNvSpPr/>
          <p:nvPr/>
        </p:nvSpPr>
        <p:spPr>
          <a:xfrm>
            <a:off x="-49500" y="0"/>
            <a:ext cx="12291000" cy="6858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3" name="Google Shape;603;p63"/>
          <p:cNvSpPr/>
          <p:nvPr/>
        </p:nvSpPr>
        <p:spPr>
          <a:xfrm>
            <a:off x="-99000" y="5611625"/>
            <a:ext cx="12340500" cy="1397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04" name="Google Shape;604;p63" title="Asset 8.png"/>
          <p:cNvPicPr preferRelativeResize="0"/>
          <p:nvPr/>
        </p:nvPicPr>
        <p:blipFill rotWithShape="1">
          <a:blip r:embed="rId3">
            <a:alphaModFix/>
          </a:blip>
          <a:srcRect/>
          <a:stretch/>
        </p:blipFill>
        <p:spPr>
          <a:xfrm>
            <a:off x="2927186" y="5957898"/>
            <a:ext cx="5884924" cy="628975"/>
          </a:xfrm>
          <a:prstGeom prst="rect">
            <a:avLst/>
          </a:prstGeom>
          <a:noFill/>
          <a:ln>
            <a:noFill/>
          </a:ln>
        </p:spPr>
      </p:pic>
      <p:sp>
        <p:nvSpPr>
          <p:cNvPr id="605" name="Google Shape;605;p63"/>
          <p:cNvSpPr txBox="1"/>
          <p:nvPr/>
        </p:nvSpPr>
        <p:spPr>
          <a:xfrm>
            <a:off x="2305650" y="1520025"/>
            <a:ext cx="7280400" cy="251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5000" b="1">
                <a:solidFill>
                  <a:schemeClr val="lt1"/>
                </a:solidFill>
                <a:latin typeface="Red Hat Display"/>
                <a:ea typeface="Red Hat Display"/>
                <a:cs typeface="Red Hat Display"/>
                <a:sym typeface="Red Hat Display"/>
              </a:rPr>
              <a:t>Transition to new topic</a:t>
            </a:r>
            <a:endParaRPr sz="5000" b="1">
              <a:solidFill>
                <a:schemeClr val="lt1"/>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4"/>
          <p:cNvSpPr>
            <a:spLocks noGrp="1"/>
          </p:cNvSpPr>
          <p:nvPr>
            <p:ph type="pic" idx="2"/>
          </p:nvPr>
        </p:nvSpPr>
        <p:spPr>
          <a:xfrm>
            <a:off x="2438400" y="1519836"/>
            <a:ext cx="7132200" cy="3931800"/>
          </a:xfrm>
          <a:prstGeom prst="roundRect">
            <a:avLst>
              <a:gd name="adj" fmla="val 1602"/>
            </a:avLst>
          </a:prstGeom>
          <a:noFill/>
          <a:ln w="28575" cap="flat" cmpd="sng">
            <a:solidFill>
              <a:srgbClr val="D8D8D8"/>
            </a:solidFill>
            <a:prstDash val="solid"/>
            <a:round/>
            <a:headEnd type="none" w="sm" len="sm"/>
            <a:tailEnd type="none" w="sm" len="sm"/>
          </a:ln>
        </p:spPr>
        <p:txBody>
          <a:bodyPr/>
          <a:lstStyle/>
          <a:p>
            <a:endParaRPr lang="en-US"/>
          </a:p>
        </p:txBody>
      </p:sp>
      <p:sp>
        <p:nvSpPr>
          <p:cNvPr id="611" name="Google Shape;611;p64"/>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3600"/>
              <a:buFont typeface="Arial"/>
              <a:buNone/>
            </a:pPr>
            <a:r>
              <a:rPr lang="en-US" sz="3600" b="1">
                <a:solidFill>
                  <a:srgbClr val="C5050C"/>
                </a:solidFill>
                <a:latin typeface="Red Hat Display ExtraBold"/>
                <a:ea typeface="Red Hat Display ExtraBold"/>
                <a:cs typeface="Red Hat Display ExtraBold"/>
                <a:sym typeface="Red Hat Display ExtraBold"/>
              </a:rPr>
              <a:t>Header lorem ipsum</a:t>
            </a:r>
            <a:endParaRPr sz="3600" b="1">
              <a:solidFill>
                <a:srgbClr val="C5050C"/>
              </a:solidFill>
              <a:latin typeface="Red Hat Display ExtraBold"/>
              <a:ea typeface="Red Hat Display ExtraBold"/>
              <a:cs typeface="Red Hat Display ExtraBold"/>
              <a:sym typeface="Red Hat Display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5" name="Google Shape;215;p29" title="Asset 26@3x.png"/>
          <p:cNvPicPr preferRelativeResize="0"/>
          <p:nvPr/>
        </p:nvPicPr>
        <p:blipFill>
          <a:blip r:embed="rId3">
            <a:alphaModFix/>
          </a:blip>
          <a:stretch>
            <a:fillRect/>
          </a:stretch>
        </p:blipFill>
        <p:spPr>
          <a:xfrm>
            <a:off x="319803" y="419661"/>
            <a:ext cx="836295" cy="828675"/>
          </a:xfrm>
          <a:prstGeom prst="rect">
            <a:avLst/>
          </a:prstGeom>
          <a:noFill/>
          <a:ln>
            <a:noFill/>
          </a:ln>
        </p:spPr>
      </p:pic>
      <p:grpSp>
        <p:nvGrpSpPr>
          <p:cNvPr id="216" name="Google Shape;216;p29"/>
          <p:cNvGrpSpPr/>
          <p:nvPr/>
        </p:nvGrpSpPr>
        <p:grpSpPr>
          <a:xfrm>
            <a:off x="1422797" y="2079725"/>
            <a:ext cx="9774898" cy="2374500"/>
            <a:chOff x="982701" y="1928815"/>
            <a:chExt cx="10192803" cy="2374500"/>
          </a:xfrm>
        </p:grpSpPr>
        <p:sp>
          <p:nvSpPr>
            <p:cNvPr id="217" name="Google Shape;217;p29"/>
            <p:cNvSpPr txBox="1"/>
            <p:nvPr/>
          </p:nvSpPr>
          <p:spPr>
            <a:xfrm>
              <a:off x="982704" y="1928815"/>
              <a:ext cx="10192800" cy="2374500"/>
            </a:xfrm>
            <a:prstGeom prst="rect">
              <a:avLst/>
            </a:prstGeom>
            <a:noFill/>
            <a:ln>
              <a:noFill/>
            </a:ln>
          </p:spPr>
          <p:txBody>
            <a:bodyPr spcFirstLastPara="1" wrap="square" lIns="79000" tIns="39475" rIns="79000" bIns="39475" anchor="t" anchorCtr="0">
              <a:normAutofit/>
            </a:bodyPr>
            <a:lstStyle/>
            <a:p>
              <a:pPr marL="0" marR="0" lvl="0" indent="0" algn="l" rtl="0">
                <a:lnSpc>
                  <a:spcPct val="100000"/>
                </a:lnSpc>
                <a:spcBef>
                  <a:spcPts val="0"/>
                </a:spcBef>
                <a:spcAft>
                  <a:spcPts val="0"/>
                </a:spcAft>
                <a:buClr>
                  <a:srgbClr val="000000"/>
                </a:buClr>
                <a:buSzPts val="3802"/>
                <a:buFont typeface="Arial"/>
                <a:buNone/>
              </a:pPr>
              <a:r>
                <a:rPr lang="en-US" sz="3802" b="1">
                  <a:latin typeface="Red Hat Display"/>
                  <a:ea typeface="Red Hat Display"/>
                  <a:cs typeface="Red Hat Display"/>
                  <a:sym typeface="Red Hat Display"/>
                </a:rPr>
                <a:t>Consider your most repeated work tasks.</a:t>
              </a:r>
              <a:endParaRPr sz="3802" b="1">
                <a:latin typeface="Red Hat Display"/>
                <a:ea typeface="Red Hat Display"/>
                <a:cs typeface="Red Hat Display"/>
                <a:sym typeface="Red Hat Display"/>
              </a:endParaRPr>
            </a:p>
          </p:txBody>
        </p:sp>
        <p:sp>
          <p:nvSpPr>
            <p:cNvPr id="218" name="Google Shape;218;p29"/>
            <p:cNvSpPr txBox="1"/>
            <p:nvPr/>
          </p:nvSpPr>
          <p:spPr>
            <a:xfrm>
              <a:off x="982701" y="2869764"/>
              <a:ext cx="90048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600">
                  <a:solidFill>
                    <a:schemeClr val="dk1"/>
                  </a:solidFill>
                  <a:latin typeface="Red Hat Text"/>
                  <a:ea typeface="Red Hat Text"/>
                  <a:cs typeface="Red Hat Text"/>
                  <a:sym typeface="Red Hat Text"/>
                </a:rPr>
                <a:t>Write them down on post it notes or a digital notepad.</a:t>
              </a:r>
              <a:endParaRPr sz="2600">
                <a:solidFill>
                  <a:schemeClr val="dk1"/>
                </a:solidFill>
                <a:latin typeface="Red Hat Text"/>
                <a:ea typeface="Red Hat Text"/>
                <a:cs typeface="Red Hat Text"/>
                <a:sym typeface="Red Hat Text"/>
              </a:endParaRPr>
            </a:p>
          </p:txBody>
        </p:sp>
      </p:grpSp>
      <p:sp>
        <p:nvSpPr>
          <p:cNvPr id="5" name="Google Shape;189;p26">
            <a:extLst>
              <a:ext uri="{FF2B5EF4-FFF2-40B4-BE49-F238E27FC236}">
                <a16:creationId xmlns:a16="http://schemas.microsoft.com/office/drawing/2014/main" id="{3B769677-8734-2D5F-BDCC-32AD14CE8BE9}"/>
              </a:ext>
            </a:extLst>
          </p:cNvPr>
          <p:cNvSpPr txBox="1"/>
          <p:nvPr/>
        </p:nvSpPr>
        <p:spPr>
          <a:xfrm>
            <a:off x="1366131" y="532125"/>
            <a:ext cx="2802900" cy="58473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600"/>
              <a:buFont typeface="Arial"/>
              <a:buNone/>
              <a:tabLst/>
              <a:defRPr/>
            </a:pPr>
            <a:r>
              <a:rPr kumimoji="0" lang="en-US" sz="3200" b="1" i="0" u="none" strike="noStrike" kern="0" cap="none" spc="0" normalizeH="0" baseline="0" noProof="0" dirty="0">
                <a:ln>
                  <a:noFill/>
                </a:ln>
                <a:solidFill>
                  <a:srgbClr val="434343"/>
                </a:solidFill>
                <a:effectLst/>
                <a:uLnTx/>
                <a:uFillTx/>
                <a:latin typeface="Red Hat Display ExtraBold"/>
                <a:ea typeface="Red Hat Display ExtraBold"/>
                <a:cs typeface="Red Hat Display ExtraBold"/>
                <a:sym typeface="Red Hat Display ExtraBold"/>
              </a:rPr>
              <a:t>Reflect</a:t>
            </a:r>
            <a:endParaRPr kumimoji="0" sz="3200" b="1" i="0" u="none" strike="noStrike" kern="0" cap="none" spc="0" normalizeH="0" baseline="0" noProof="0" dirty="0">
              <a:ln>
                <a:noFill/>
              </a:ln>
              <a:solidFill>
                <a:srgbClr val="434343"/>
              </a:solidFill>
              <a:effectLst/>
              <a:uLnTx/>
              <a:uFillTx/>
              <a:latin typeface="Red Hat Display ExtraBold"/>
              <a:ea typeface="Red Hat Display ExtraBold"/>
              <a:cs typeface="Red Hat Display ExtraBold"/>
              <a:sym typeface="Red Hat Display ExtraBold"/>
            </a:endParaRPr>
          </a:p>
        </p:txBody>
      </p:sp>
      <p:sp>
        <p:nvSpPr>
          <p:cNvPr id="7" name="Google Shape;213;p29">
            <a:extLst>
              <a:ext uri="{FF2B5EF4-FFF2-40B4-BE49-F238E27FC236}">
                <a16:creationId xmlns:a16="http://schemas.microsoft.com/office/drawing/2014/main" id="{58DFCEA7-B7D9-3383-2776-9CBFBB87367B}"/>
              </a:ext>
            </a:extLst>
          </p:cNvPr>
          <p:cNvSpPr txBox="1"/>
          <p:nvPr/>
        </p:nvSpPr>
        <p:spPr>
          <a:xfrm>
            <a:off x="3256346" y="565107"/>
            <a:ext cx="2020503"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600"/>
              <a:buFont typeface="Arial"/>
              <a:buNone/>
            </a:pPr>
            <a:r>
              <a:rPr lang="en-US" sz="2800" dirty="0">
                <a:solidFill>
                  <a:srgbClr val="666666"/>
                </a:solidFill>
                <a:latin typeface="Red Hat Text"/>
                <a:ea typeface="Red Hat Text"/>
                <a:cs typeface="Red Hat Text"/>
                <a:sym typeface="Red Hat Text"/>
              </a:rPr>
              <a:t>3 minutes</a:t>
            </a:r>
            <a:endParaRPr sz="2800" dirty="0">
              <a:solidFill>
                <a:srgbClr val="666666"/>
              </a:solidFill>
              <a:latin typeface="Red Hat Text"/>
              <a:ea typeface="Red Hat Text"/>
              <a:cs typeface="Red Hat Text"/>
              <a:sym typeface="Red Hat Text"/>
            </a:endParaRPr>
          </a:p>
        </p:txBody>
      </p:sp>
      <p:sp>
        <p:nvSpPr>
          <p:cNvPr id="9" name="Google Shape;214;p29">
            <a:extLst>
              <a:ext uri="{FF2B5EF4-FFF2-40B4-BE49-F238E27FC236}">
                <a16:creationId xmlns:a16="http://schemas.microsoft.com/office/drawing/2014/main" id="{CEFA32B9-C3F8-EE68-AE3F-256A3C018C87}"/>
              </a:ext>
            </a:extLst>
          </p:cNvPr>
          <p:cNvSpPr/>
          <p:nvPr/>
        </p:nvSpPr>
        <p:spPr>
          <a:xfrm>
            <a:off x="3109799" y="779099"/>
            <a:ext cx="54900" cy="54900"/>
          </a:xfrm>
          <a:prstGeom prst="ellipse">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800" dirty="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66"/>
          <p:cNvSpPr>
            <a:spLocks noGrp="1"/>
          </p:cNvSpPr>
          <p:nvPr>
            <p:ph type="pic" idx="2"/>
          </p:nvPr>
        </p:nvSpPr>
        <p:spPr>
          <a:xfrm>
            <a:off x="7227275" y="1146200"/>
            <a:ext cx="4489800" cy="3563700"/>
          </a:xfrm>
          <a:prstGeom prst="roundRect">
            <a:avLst>
              <a:gd name="adj" fmla="val 1602"/>
            </a:avLst>
          </a:prstGeom>
          <a:ln w="9525" cap="flat" cmpd="sng">
            <a:solidFill>
              <a:srgbClr val="D8D8D8"/>
            </a:solidFill>
            <a:prstDash val="solid"/>
            <a:round/>
            <a:headEnd type="none" w="sm" len="sm"/>
            <a:tailEnd type="none" w="sm" len="sm"/>
          </a:ln>
        </p:spPr>
        <p:txBody>
          <a:bodyPr/>
          <a:lstStyle/>
          <a:p>
            <a:endParaRPr lang="en-US"/>
          </a:p>
        </p:txBody>
      </p:sp>
      <p:sp>
        <p:nvSpPr>
          <p:cNvPr id="632" name="Google Shape;632;p66"/>
          <p:cNvSpPr txBox="1"/>
          <p:nvPr/>
        </p:nvSpPr>
        <p:spPr>
          <a:xfrm>
            <a:off x="912000" y="518171"/>
            <a:ext cx="5476800" cy="646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rgbClr val="000000"/>
              </a:buClr>
              <a:buSzPts val="3600"/>
              <a:buFont typeface="Arial"/>
              <a:buNone/>
            </a:pPr>
            <a:r>
              <a:rPr lang="en-US" sz="3600" b="1">
                <a:solidFill>
                  <a:srgbClr val="C5050C"/>
                </a:solidFill>
                <a:latin typeface="Red Hat Display ExtraBold"/>
                <a:ea typeface="Red Hat Display ExtraBold"/>
                <a:cs typeface="Red Hat Display ExtraBold"/>
                <a:sym typeface="Red Hat Display ExtraBold"/>
              </a:rPr>
              <a:t>Header lorem ipsum</a:t>
            </a:r>
            <a:endParaRPr sz="3600" b="1">
              <a:solidFill>
                <a:srgbClr val="C5050C"/>
              </a:solidFill>
              <a:latin typeface="Red Hat Display ExtraBold"/>
              <a:ea typeface="Red Hat Display ExtraBold"/>
              <a:cs typeface="Red Hat Display ExtraBold"/>
              <a:sym typeface="Red Hat Display ExtraBold"/>
            </a:endParaRPr>
          </a:p>
        </p:txBody>
      </p:sp>
      <p:sp>
        <p:nvSpPr>
          <p:cNvPr id="633" name="Google Shape;633;p66"/>
          <p:cNvSpPr txBox="1"/>
          <p:nvPr/>
        </p:nvSpPr>
        <p:spPr>
          <a:xfrm>
            <a:off x="544400" y="1299325"/>
            <a:ext cx="5551500" cy="19701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6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Nam ac tortor euismod, tristique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12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Sed metus orci, tempus vitae ante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7"/>
          <p:cNvSpPr>
            <a:spLocks noGrp="1"/>
          </p:cNvSpPr>
          <p:nvPr>
            <p:ph type="pic" idx="2"/>
          </p:nvPr>
        </p:nvSpPr>
        <p:spPr>
          <a:xfrm>
            <a:off x="7627450" y="1164675"/>
            <a:ext cx="3710400" cy="3712500"/>
          </a:xfrm>
          <a:prstGeom prst="ellipse">
            <a:avLst/>
          </a:prstGeom>
          <a:ln w="9525" cap="flat" cmpd="sng">
            <a:solidFill>
              <a:srgbClr val="D8D8D8"/>
            </a:solidFill>
            <a:prstDash val="solid"/>
            <a:round/>
            <a:headEnd type="none" w="sm" len="sm"/>
            <a:tailEnd type="none" w="sm" len="sm"/>
          </a:ln>
        </p:spPr>
        <p:txBody>
          <a:bodyPr/>
          <a:lstStyle/>
          <a:p>
            <a:endParaRPr lang="en-US"/>
          </a:p>
        </p:txBody>
      </p:sp>
      <p:sp>
        <p:nvSpPr>
          <p:cNvPr id="639" name="Google Shape;639;p67"/>
          <p:cNvSpPr txBox="1"/>
          <p:nvPr/>
        </p:nvSpPr>
        <p:spPr>
          <a:xfrm>
            <a:off x="912000" y="518164"/>
            <a:ext cx="5476800" cy="646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3600"/>
              <a:buFont typeface="Arial"/>
              <a:buNone/>
            </a:pPr>
            <a:r>
              <a:rPr lang="en-US" sz="3600" b="1">
                <a:solidFill>
                  <a:srgbClr val="C5050C"/>
                </a:solidFill>
                <a:latin typeface="Red Hat Display ExtraBold"/>
                <a:ea typeface="Red Hat Display ExtraBold"/>
                <a:cs typeface="Red Hat Display ExtraBold"/>
                <a:sym typeface="Red Hat Display ExtraBold"/>
              </a:rPr>
              <a:t>Header lorem ipsum</a:t>
            </a:r>
            <a:endParaRPr sz="3600" b="1">
              <a:solidFill>
                <a:srgbClr val="C5050C"/>
              </a:solidFill>
              <a:latin typeface="Red Hat Display ExtraBold"/>
              <a:ea typeface="Red Hat Display ExtraBold"/>
              <a:cs typeface="Red Hat Display ExtraBold"/>
              <a:sym typeface="Red Hat Display ExtraBold"/>
            </a:endParaRPr>
          </a:p>
        </p:txBody>
      </p:sp>
      <p:sp>
        <p:nvSpPr>
          <p:cNvPr id="640" name="Google Shape;640;p67"/>
          <p:cNvSpPr txBox="1"/>
          <p:nvPr/>
        </p:nvSpPr>
        <p:spPr>
          <a:xfrm>
            <a:off x="544400" y="1299325"/>
            <a:ext cx="5551500" cy="19701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6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Nam ac tortor euismod, tristique</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50000"/>
              </a:lnSpc>
              <a:spcBef>
                <a:spcPts val="1200"/>
              </a:spcBef>
              <a:spcAft>
                <a:spcPts val="60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Sed metus orci, tempus vitae ante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31"/>
          <p:cNvSpPr txBox="1"/>
          <p:nvPr/>
        </p:nvSpPr>
        <p:spPr>
          <a:xfrm>
            <a:off x="1422804" y="1850424"/>
            <a:ext cx="8567706" cy="3197826"/>
          </a:xfrm>
          <a:prstGeom prst="rect">
            <a:avLst/>
          </a:prstGeom>
          <a:noFill/>
          <a:ln>
            <a:noFill/>
          </a:ln>
        </p:spPr>
        <p:txBody>
          <a:bodyPr spcFirstLastPara="1" wrap="square" lIns="79000" tIns="39475" rIns="79000" bIns="39475" anchor="t" anchorCtr="0">
            <a:normAutofit fontScale="92500" lnSpcReduction="10000"/>
          </a:bodyPr>
          <a:lstStyle/>
          <a:p>
            <a:pPr marL="0" lvl="0" indent="0" algn="l" rtl="0">
              <a:spcBef>
                <a:spcPts val="0"/>
              </a:spcBef>
              <a:spcAft>
                <a:spcPts val="1200"/>
              </a:spcAft>
              <a:buClr>
                <a:schemeClr val="dk1"/>
              </a:buClr>
              <a:buSzPts val="3802"/>
              <a:buFont typeface="Arial"/>
              <a:buNone/>
            </a:pPr>
            <a:r>
              <a:rPr lang="en-US" sz="3945" b="1" dirty="0">
                <a:solidFill>
                  <a:schemeClr val="dk1"/>
                </a:solidFill>
                <a:latin typeface="Red Hat Display"/>
                <a:ea typeface="Red Hat Display"/>
                <a:cs typeface="Red Hat Display"/>
                <a:sym typeface="Red Hat Display"/>
              </a:rPr>
              <a:t>Label your tasks with </a:t>
            </a:r>
          </a:p>
          <a:p>
            <a:pPr marL="571500" lvl="0" indent="-571500" algn="l" rtl="0">
              <a:spcBef>
                <a:spcPts val="0"/>
              </a:spcBef>
              <a:spcAft>
                <a:spcPts val="0"/>
              </a:spcAft>
              <a:buClr>
                <a:schemeClr val="dk1"/>
              </a:buClr>
              <a:buSzPts val="3802"/>
              <a:buFont typeface="Arial" panose="020B0604020202020204" pitchFamily="34" charset="0"/>
              <a:buChar char="•"/>
            </a:pPr>
            <a:r>
              <a:rPr lang="en-US" sz="3945" dirty="0">
                <a:solidFill>
                  <a:schemeClr val="dk1"/>
                </a:solidFill>
                <a:latin typeface="Red Hat Display"/>
                <a:ea typeface="Red Hat Display"/>
                <a:cs typeface="Red Hat Display"/>
                <a:sym typeface="Red Hat Display"/>
              </a:rPr>
              <a:t>Curator</a:t>
            </a:r>
          </a:p>
          <a:p>
            <a:pPr marL="571500" lvl="0" indent="-571500" algn="l" rtl="0">
              <a:spcBef>
                <a:spcPts val="0"/>
              </a:spcBef>
              <a:spcAft>
                <a:spcPts val="0"/>
              </a:spcAft>
              <a:buClr>
                <a:schemeClr val="dk1"/>
              </a:buClr>
              <a:buSzPts val="3802"/>
              <a:buFont typeface="Arial" panose="020B0604020202020204" pitchFamily="34" charset="0"/>
              <a:buChar char="•"/>
            </a:pPr>
            <a:r>
              <a:rPr lang="en-US" sz="3945" dirty="0">
                <a:solidFill>
                  <a:schemeClr val="dk1"/>
                </a:solidFill>
                <a:latin typeface="Red Hat Display"/>
                <a:ea typeface="Red Hat Display"/>
                <a:cs typeface="Red Hat Display"/>
                <a:sym typeface="Red Hat Display"/>
              </a:rPr>
              <a:t>Coach</a:t>
            </a:r>
          </a:p>
          <a:p>
            <a:pPr marL="571500" lvl="0" indent="-571500" algn="l" rtl="0">
              <a:spcBef>
                <a:spcPts val="0"/>
              </a:spcBef>
              <a:spcAft>
                <a:spcPts val="0"/>
              </a:spcAft>
              <a:buClr>
                <a:schemeClr val="dk1"/>
              </a:buClr>
              <a:buSzPts val="3802"/>
              <a:buFont typeface="Arial" panose="020B0604020202020204" pitchFamily="34" charset="0"/>
              <a:buChar char="•"/>
            </a:pPr>
            <a:r>
              <a:rPr lang="en-US" sz="3945" dirty="0">
                <a:solidFill>
                  <a:schemeClr val="dk1"/>
                </a:solidFill>
                <a:latin typeface="Red Hat Display"/>
                <a:ea typeface="Red Hat Display"/>
                <a:cs typeface="Red Hat Display"/>
                <a:sym typeface="Red Hat Display"/>
              </a:rPr>
              <a:t>Co-Writer</a:t>
            </a:r>
          </a:p>
          <a:p>
            <a:pPr marL="571500" lvl="0" indent="-571500" algn="l" rtl="0">
              <a:spcBef>
                <a:spcPts val="0"/>
              </a:spcBef>
              <a:spcAft>
                <a:spcPts val="0"/>
              </a:spcAft>
              <a:buClr>
                <a:schemeClr val="dk1"/>
              </a:buClr>
              <a:buSzPts val="3802"/>
              <a:buFont typeface="Arial" panose="020B0604020202020204" pitchFamily="34" charset="0"/>
              <a:buChar char="•"/>
            </a:pPr>
            <a:r>
              <a:rPr lang="en-US" sz="3945" dirty="0">
                <a:solidFill>
                  <a:schemeClr val="dk1"/>
                </a:solidFill>
                <a:latin typeface="Red Hat Display"/>
                <a:ea typeface="Red Hat Display"/>
                <a:cs typeface="Red Hat Display"/>
                <a:sym typeface="Red Hat Display"/>
              </a:rPr>
              <a:t>Collaborator or </a:t>
            </a:r>
          </a:p>
          <a:p>
            <a:pPr marL="571500" lvl="0" indent="-571500" algn="l" rtl="0">
              <a:spcBef>
                <a:spcPts val="0"/>
              </a:spcBef>
              <a:spcAft>
                <a:spcPts val="0"/>
              </a:spcAft>
              <a:buClr>
                <a:schemeClr val="dk1"/>
              </a:buClr>
              <a:buSzPts val="3802"/>
              <a:buFont typeface="Arial" panose="020B0604020202020204" pitchFamily="34" charset="0"/>
              <a:buChar char="•"/>
            </a:pPr>
            <a:r>
              <a:rPr lang="en-US" sz="3945" dirty="0">
                <a:solidFill>
                  <a:schemeClr val="dk1"/>
                </a:solidFill>
                <a:latin typeface="Red Hat Display"/>
                <a:ea typeface="Red Hat Display"/>
                <a:cs typeface="Red Hat Display"/>
                <a:sym typeface="Red Hat Display"/>
              </a:rPr>
              <a:t>Human Essential </a:t>
            </a:r>
            <a:endParaRPr sz="3802" dirty="0">
              <a:latin typeface="Red Hat Display"/>
              <a:ea typeface="Red Hat Display"/>
              <a:cs typeface="Red Hat Display"/>
              <a:sym typeface="Red Hat Display"/>
            </a:endParaRPr>
          </a:p>
        </p:txBody>
      </p:sp>
      <p:grpSp>
        <p:nvGrpSpPr>
          <p:cNvPr id="247" name="Google Shape;247;p31"/>
          <p:cNvGrpSpPr/>
          <p:nvPr/>
        </p:nvGrpSpPr>
        <p:grpSpPr>
          <a:xfrm>
            <a:off x="1366115" y="532113"/>
            <a:ext cx="3200854" cy="507900"/>
            <a:chOff x="1417324" y="544985"/>
            <a:chExt cx="3200854" cy="507900"/>
          </a:xfrm>
        </p:grpSpPr>
        <p:sp>
          <p:nvSpPr>
            <p:cNvPr id="248" name="Google Shape;248;p31"/>
            <p:cNvSpPr txBox="1"/>
            <p:nvPr/>
          </p:nvSpPr>
          <p:spPr>
            <a:xfrm>
              <a:off x="1417324" y="544985"/>
              <a:ext cx="1605600" cy="507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3600"/>
                <a:buFont typeface="Arial"/>
                <a:buNone/>
              </a:pPr>
              <a:r>
                <a:rPr lang="en-US" sz="2700" b="1" dirty="0">
                  <a:solidFill>
                    <a:srgbClr val="434343"/>
                  </a:solidFill>
                  <a:latin typeface="Red Hat Display ExtraBold"/>
                  <a:ea typeface="Red Hat Display ExtraBold"/>
                  <a:cs typeface="Red Hat Display ExtraBold"/>
                  <a:sym typeface="Red Hat Display ExtraBold"/>
                </a:rPr>
                <a:t>Practice</a:t>
              </a:r>
              <a:endParaRPr sz="2700" b="1" dirty="0">
                <a:solidFill>
                  <a:srgbClr val="434343"/>
                </a:solidFill>
                <a:latin typeface="Red Hat Display ExtraBold"/>
                <a:ea typeface="Red Hat Display ExtraBold"/>
                <a:cs typeface="Red Hat Display ExtraBold"/>
                <a:sym typeface="Red Hat Display ExtraBold"/>
              </a:endParaRPr>
            </a:p>
          </p:txBody>
        </p:sp>
        <p:sp>
          <p:nvSpPr>
            <p:cNvPr id="249" name="Google Shape;249;p31"/>
            <p:cNvSpPr txBox="1"/>
            <p:nvPr/>
          </p:nvSpPr>
          <p:spPr>
            <a:xfrm>
              <a:off x="3200979" y="616079"/>
              <a:ext cx="1417200" cy="365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600"/>
                <a:buFont typeface="Arial"/>
                <a:buNone/>
              </a:pPr>
              <a:r>
                <a:rPr lang="en-US" sz="2000">
                  <a:solidFill>
                    <a:srgbClr val="666666"/>
                  </a:solidFill>
                  <a:latin typeface="Red Hat Text"/>
                  <a:ea typeface="Red Hat Text"/>
                  <a:cs typeface="Red Hat Text"/>
                  <a:sym typeface="Red Hat Text"/>
                </a:rPr>
                <a:t>3 minutes</a:t>
              </a:r>
              <a:endParaRPr sz="2000">
                <a:solidFill>
                  <a:srgbClr val="666666"/>
                </a:solidFill>
                <a:latin typeface="Red Hat Text"/>
                <a:ea typeface="Red Hat Text"/>
                <a:cs typeface="Red Hat Text"/>
                <a:sym typeface="Red Hat Text"/>
              </a:endParaRPr>
            </a:p>
          </p:txBody>
        </p:sp>
        <p:sp>
          <p:nvSpPr>
            <p:cNvPr id="250" name="Google Shape;250;p31"/>
            <p:cNvSpPr/>
            <p:nvPr/>
          </p:nvSpPr>
          <p:spPr>
            <a:xfrm>
              <a:off x="3048252" y="791971"/>
              <a:ext cx="54900" cy="54900"/>
            </a:xfrm>
            <a:prstGeom prst="ellipse">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grpSp>
      <p:pic>
        <p:nvPicPr>
          <p:cNvPr id="251" name="Google Shape;251;p31" title="Asset 27@3x.png"/>
          <p:cNvPicPr preferRelativeResize="0"/>
          <p:nvPr/>
        </p:nvPicPr>
        <p:blipFill>
          <a:blip r:embed="rId3">
            <a:alphaModFix/>
          </a:blip>
          <a:stretch>
            <a:fillRect/>
          </a:stretch>
        </p:blipFill>
        <p:spPr>
          <a:xfrm>
            <a:off x="342900" y="315415"/>
            <a:ext cx="969312" cy="9037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68"/>
          <p:cNvSpPr>
            <a:spLocks noGrp="1"/>
          </p:cNvSpPr>
          <p:nvPr>
            <p:ph type="pic" idx="2"/>
          </p:nvPr>
        </p:nvSpPr>
        <p:spPr>
          <a:xfrm>
            <a:off x="8472275" y="1213915"/>
            <a:ext cx="3208200" cy="2546400"/>
          </a:xfrm>
          <a:prstGeom prst="roundRect">
            <a:avLst>
              <a:gd name="adj" fmla="val 1567"/>
            </a:avLst>
          </a:prstGeom>
          <a:ln w="9525" cap="flat" cmpd="sng">
            <a:solidFill>
              <a:srgbClr val="D8D8D8"/>
            </a:solidFill>
            <a:prstDash val="solid"/>
            <a:round/>
            <a:headEnd type="none" w="sm" len="sm"/>
            <a:tailEnd type="none" w="sm" len="sm"/>
          </a:ln>
        </p:spPr>
        <p:txBody>
          <a:bodyPr/>
          <a:lstStyle/>
          <a:p>
            <a:endParaRPr lang="en-US"/>
          </a:p>
        </p:txBody>
      </p:sp>
      <p:sp>
        <p:nvSpPr>
          <p:cNvPr id="646" name="Google Shape;646;p68"/>
          <p:cNvSpPr txBox="1"/>
          <p:nvPr/>
        </p:nvSpPr>
        <p:spPr>
          <a:xfrm>
            <a:off x="1064400" y="670564"/>
            <a:ext cx="9788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050C"/>
                </a:solidFill>
                <a:latin typeface="Red Hat Display ExtraBold"/>
                <a:ea typeface="Red Hat Display ExtraBold"/>
                <a:cs typeface="Red Hat Display ExtraBold"/>
                <a:sym typeface="Red Hat Display ExtraBold"/>
              </a:rPr>
              <a:t>Header lorem ipsum dolor</a:t>
            </a:r>
            <a:endParaRPr sz="1400" b="0" i="0" u="none" strike="noStrike" cap="none">
              <a:solidFill>
                <a:srgbClr val="000000"/>
              </a:solidFill>
              <a:latin typeface="Arial"/>
              <a:ea typeface="Arial"/>
              <a:cs typeface="Arial"/>
              <a:sym typeface="Arial"/>
            </a:endParaRPr>
          </a:p>
        </p:txBody>
      </p:sp>
      <p:sp>
        <p:nvSpPr>
          <p:cNvPr id="647" name="Google Shape;647;p68"/>
          <p:cNvSpPr txBox="1"/>
          <p:nvPr/>
        </p:nvSpPr>
        <p:spPr>
          <a:xfrm>
            <a:off x="696800" y="1451725"/>
            <a:ext cx="7847100" cy="42276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Lorem ipsum dolor sit amet, consectetur adipiscing elit. Proin bibendum nunc nec vestibulum dapibus. </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00000"/>
              </a:lnSpc>
              <a:spcBef>
                <a:spcPts val="10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Nam ac tortor euismod, tristique tortor eget, dignissim dolor. Mauris eleifend vehicula lacus pellentesque interdum. </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00000"/>
              </a:lnSpc>
              <a:spcBef>
                <a:spcPts val="1000"/>
              </a:spcBef>
              <a:spcAft>
                <a:spcPts val="100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Sed metus orci, tempus vitae ante a, commodo eleifend lectus. Cras sagittis id arcu in condimentum. Morbi blandit interdum ultricies.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grpSp>
        <p:nvGrpSpPr>
          <p:cNvPr id="652" name="Google Shape;652;p69"/>
          <p:cNvGrpSpPr/>
          <p:nvPr/>
        </p:nvGrpSpPr>
        <p:grpSpPr>
          <a:xfrm>
            <a:off x="483978" y="656162"/>
            <a:ext cx="361391" cy="370541"/>
            <a:chOff x="1074126" y="1181859"/>
            <a:chExt cx="529821" cy="543235"/>
          </a:xfrm>
        </p:grpSpPr>
        <p:sp>
          <p:nvSpPr>
            <p:cNvPr id="653" name="Google Shape;653;p69"/>
            <p:cNvSpPr/>
            <p:nvPr/>
          </p:nvSpPr>
          <p:spPr>
            <a:xfrm>
              <a:off x="1074126" y="1181859"/>
              <a:ext cx="529821" cy="528062"/>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solidFill>
              <a:srgbClr val="DADFE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4" name="Google Shape;654;p69"/>
            <p:cNvSpPr/>
            <p:nvPr/>
          </p:nvSpPr>
          <p:spPr>
            <a:xfrm>
              <a:off x="1121595" y="1251814"/>
              <a:ext cx="474857" cy="473280"/>
            </a:xfrm>
            <a:custGeom>
              <a:avLst/>
              <a:gdLst/>
              <a:ahLst/>
              <a:cxnLst/>
              <a:rect l="l" t="t" r="r" b="b"/>
              <a:pathLst>
                <a:path w="2247106" h="2239647" extrusionOk="0">
                  <a:moveTo>
                    <a:pt x="2162124" y="1223917"/>
                  </a:moveTo>
                  <a:cubicBezTo>
                    <a:pt x="2275435" y="1166421"/>
                    <a:pt x="2275435" y="1073200"/>
                    <a:pt x="2162124" y="1015659"/>
                  </a:cubicBezTo>
                  <a:lnTo>
                    <a:pt x="205168" y="22545"/>
                  </a:lnTo>
                  <a:cubicBezTo>
                    <a:pt x="91857" y="-34996"/>
                    <a:pt x="0" y="21409"/>
                    <a:pt x="0" y="148491"/>
                  </a:cubicBezTo>
                  <a:lnTo>
                    <a:pt x="0" y="2091176"/>
                  </a:lnTo>
                  <a:cubicBezTo>
                    <a:pt x="0" y="2218258"/>
                    <a:pt x="91857" y="2274618"/>
                    <a:pt x="205168" y="2217122"/>
                  </a:cubicBezTo>
                  <a:lnTo>
                    <a:pt x="2162124" y="1223917"/>
                  </a:lnTo>
                  <a:close/>
                </a:path>
              </a:pathLst>
            </a:custGeom>
            <a:noFill/>
            <a:ln w="19050" cap="flat" cmpd="sng">
              <a:solidFill>
                <a:srgbClr val="C5050C"/>
              </a:solidFill>
              <a:prstDash val="solid"/>
              <a:miter lim="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655" name="Google Shape;655;p69"/>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600"/>
              <a:buFont typeface="Arial"/>
              <a:buNone/>
            </a:pPr>
            <a:r>
              <a:rPr lang="en-US" sz="3600" b="1" i="0" u="none" strike="noStrike" cap="none">
                <a:solidFill>
                  <a:srgbClr val="C5050C"/>
                </a:solidFill>
                <a:latin typeface="Red Hat Display ExtraBold"/>
                <a:ea typeface="Red Hat Display ExtraBold"/>
                <a:cs typeface="Red Hat Display ExtraBold"/>
                <a:sym typeface="Red Hat Display ExtraBold"/>
              </a:rPr>
              <a:t>Header lorem ipsum dolor</a:t>
            </a:r>
            <a:endParaRPr sz="3600" b="1" i="0" u="none" strike="noStrike" cap="none">
              <a:solidFill>
                <a:srgbClr val="C5050C"/>
              </a:solidFill>
              <a:latin typeface="Red Hat Display ExtraBold"/>
              <a:ea typeface="Red Hat Display ExtraBold"/>
              <a:cs typeface="Red Hat Display ExtraBold"/>
              <a:sym typeface="Red Hat Display ExtraBold"/>
            </a:endParaRPr>
          </a:p>
        </p:txBody>
      </p:sp>
      <p:sp>
        <p:nvSpPr>
          <p:cNvPr id="656" name="Google Shape;656;p69"/>
          <p:cNvSpPr txBox="1"/>
          <p:nvPr/>
        </p:nvSpPr>
        <p:spPr>
          <a:xfrm>
            <a:off x="544400" y="1299325"/>
            <a:ext cx="9824700" cy="39249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Lorem ipsum dolor sit amet, consectetur adipiscing elit. Proin bibendum nunc nec vestibulum dapibus. </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00000"/>
              </a:lnSpc>
              <a:spcBef>
                <a:spcPts val="10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Nam ac tortor euismod, tristique tortor eget, dignissim dolor. Mauris eleifend vehicula lacus pellentesque interdum. </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00000"/>
              </a:lnSpc>
              <a:spcBef>
                <a:spcPts val="1000"/>
              </a:spcBef>
              <a:spcAft>
                <a:spcPts val="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Sed metus orci, tempus vitae ante a, commodo eleifend lectus. Cras sagittis id arcu in condimentum. Morbi blandit interdum ultricies. </a:t>
            </a:r>
            <a:endParaRPr sz="2800" b="0" i="0" u="none" strike="noStrike" cap="none">
              <a:solidFill>
                <a:schemeClr val="dk1"/>
              </a:solidFill>
              <a:latin typeface="Red Hat Display"/>
              <a:ea typeface="Red Hat Display"/>
              <a:cs typeface="Red Hat Display"/>
              <a:sym typeface="Red Hat Display"/>
            </a:endParaRPr>
          </a:p>
          <a:p>
            <a:pPr marL="285750" marR="0" lvl="0" indent="-285750" algn="l" rtl="0">
              <a:lnSpc>
                <a:spcPct val="100000"/>
              </a:lnSpc>
              <a:spcBef>
                <a:spcPts val="1000"/>
              </a:spcBef>
              <a:spcAft>
                <a:spcPts val="1000"/>
              </a:spcAft>
              <a:buClr>
                <a:schemeClr val="dk1"/>
              </a:buClr>
              <a:buSzPts val="2800"/>
              <a:buFont typeface="Arial"/>
              <a:buChar char="•"/>
            </a:pPr>
            <a:r>
              <a:rPr lang="en-US" sz="2800" b="0" i="0" u="none" strike="noStrike" cap="none">
                <a:solidFill>
                  <a:schemeClr val="dk1"/>
                </a:solidFill>
                <a:latin typeface="Red Hat Display"/>
                <a:ea typeface="Red Hat Display"/>
                <a:cs typeface="Red Hat Display"/>
                <a:sym typeface="Red Hat Display"/>
              </a:rPr>
              <a:t>Etiam sed euismod dolor.</a:t>
            </a:r>
            <a:endParaRPr sz="1400" b="0" i="0" u="none" strike="noStrike" cap="none">
              <a:solidFill>
                <a:srgbClr val="000000"/>
              </a:solidFill>
              <a:latin typeface="Arial"/>
              <a:ea typeface="Arial"/>
              <a:cs typeface="Arial"/>
              <a:sym typeface="Arial"/>
            </a:endParaRPr>
          </a:p>
        </p:txBody>
      </p:sp>
      <p:pic>
        <p:nvPicPr>
          <p:cNvPr id="657" name="Google Shape;657;p69" title="EXPAND-cobranded-RGB_Red.png"/>
          <p:cNvPicPr preferRelativeResize="0"/>
          <p:nvPr/>
        </p:nvPicPr>
        <p:blipFill rotWithShape="1">
          <a:blip r:embed="rId3">
            <a:alphaModFix/>
          </a:blip>
          <a:srcRect/>
          <a:stretch/>
        </p:blipFill>
        <p:spPr>
          <a:xfrm>
            <a:off x="7692000" y="6010450"/>
            <a:ext cx="4337172" cy="582375"/>
          </a:xfrm>
          <a:prstGeom prst="rect">
            <a:avLst/>
          </a:prstGeom>
          <a:noFill/>
          <a:ln>
            <a:noFill/>
          </a:ln>
        </p:spPr>
      </p:pic>
      <p:sp>
        <p:nvSpPr>
          <p:cNvPr id="658" name="Google Shape;658;p69"/>
          <p:cNvSpPr/>
          <p:nvPr/>
        </p:nvSpPr>
        <p:spPr>
          <a:xfrm>
            <a:off x="216775" y="6689700"/>
            <a:ext cx="11975100" cy="168300"/>
          </a:xfrm>
          <a:prstGeom prst="rect">
            <a:avLst/>
          </a:prstGeom>
          <a:solidFill>
            <a:srgbClr val="9B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59" name="Google Shape;659;p69" title="EXPANDArrow.png"/>
          <p:cNvPicPr preferRelativeResize="0"/>
          <p:nvPr/>
        </p:nvPicPr>
        <p:blipFill rotWithShape="1">
          <a:blip r:embed="rId4">
            <a:alphaModFix/>
          </a:blip>
          <a:srcRect/>
          <a:stretch/>
        </p:blipFill>
        <p:spPr>
          <a:xfrm>
            <a:off x="-198075" y="6516618"/>
            <a:ext cx="643883" cy="341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77"/>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3600"/>
              <a:buFont typeface="Arial"/>
              <a:buNone/>
            </a:pPr>
            <a:r>
              <a:rPr lang="en-US" sz="3600" b="1">
                <a:solidFill>
                  <a:srgbClr val="C5050C"/>
                </a:solidFill>
                <a:latin typeface="Red Hat Display ExtraBold"/>
                <a:ea typeface="Red Hat Display ExtraBold"/>
                <a:cs typeface="Red Hat Display ExtraBold"/>
                <a:sym typeface="Red Hat Display ExtraBold"/>
              </a:rPr>
              <a:t>Header lorem ipsum</a:t>
            </a:r>
            <a:endParaRPr sz="3600" b="1">
              <a:solidFill>
                <a:srgbClr val="C5050C"/>
              </a:solidFill>
              <a:latin typeface="Red Hat Display ExtraBold"/>
              <a:ea typeface="Red Hat Display ExtraBold"/>
              <a:cs typeface="Red Hat Display ExtraBold"/>
              <a:sym typeface="Red Hat Display ExtraBold"/>
            </a:endParaRPr>
          </a:p>
        </p:txBody>
      </p:sp>
      <p:grpSp>
        <p:nvGrpSpPr>
          <p:cNvPr id="724" name="Google Shape;724;p77"/>
          <p:cNvGrpSpPr/>
          <p:nvPr/>
        </p:nvGrpSpPr>
        <p:grpSpPr>
          <a:xfrm>
            <a:off x="1710370" y="1879480"/>
            <a:ext cx="8635603" cy="2540583"/>
            <a:chOff x="982701" y="1928814"/>
            <a:chExt cx="9004800" cy="2540583"/>
          </a:xfrm>
        </p:grpSpPr>
        <p:sp>
          <p:nvSpPr>
            <p:cNvPr id="725" name="Google Shape;725;p77"/>
            <p:cNvSpPr txBox="1"/>
            <p:nvPr/>
          </p:nvSpPr>
          <p:spPr>
            <a:xfrm>
              <a:off x="3050126" y="1928814"/>
              <a:ext cx="6866700" cy="2374500"/>
            </a:xfrm>
            <a:prstGeom prst="rect">
              <a:avLst/>
            </a:prstGeom>
            <a:noFill/>
            <a:ln>
              <a:noFill/>
            </a:ln>
          </p:spPr>
          <p:txBody>
            <a:bodyPr spcFirstLastPara="1" wrap="square" lIns="79000" tIns="39475" rIns="79000" bIns="39475" anchor="t" anchorCtr="0">
              <a:normAutofit/>
            </a:bodyPr>
            <a:lstStyle/>
            <a:p>
              <a:pPr marL="0" lvl="0" indent="0" algn="l" rtl="0">
                <a:spcBef>
                  <a:spcPts val="0"/>
                </a:spcBef>
                <a:spcAft>
                  <a:spcPts val="0"/>
                </a:spcAft>
                <a:buClr>
                  <a:schemeClr val="dk1"/>
                </a:buClr>
                <a:buSzPts val="3702"/>
                <a:buFont typeface="Arial"/>
                <a:buNone/>
              </a:pPr>
              <a:r>
                <a:rPr lang="en-US" sz="3702" b="1">
                  <a:solidFill>
                    <a:schemeClr val="dk1"/>
                  </a:solidFill>
                  <a:latin typeface="Red Hat Display SemiBold"/>
                  <a:ea typeface="Red Hat Display SemiBold"/>
                  <a:cs typeface="Red Hat Display SemiBold"/>
                  <a:sym typeface="Red Hat Display SemiBold"/>
                </a:rPr>
                <a:t>What's one thing you've learned today that you want to use in your work? </a:t>
              </a:r>
              <a:endParaRPr sz="3702" b="1">
                <a:solidFill>
                  <a:schemeClr val="dk1"/>
                </a:solidFill>
                <a:latin typeface="Red Hat Display SemiBold"/>
                <a:ea typeface="Red Hat Display SemiBold"/>
                <a:cs typeface="Red Hat Display SemiBold"/>
                <a:sym typeface="Red Hat Display SemiBold"/>
              </a:endParaRPr>
            </a:p>
            <a:p>
              <a:pPr marL="0" marR="0" lvl="0" indent="0" algn="l" rtl="0">
                <a:lnSpc>
                  <a:spcPct val="100000"/>
                </a:lnSpc>
                <a:spcBef>
                  <a:spcPts val="0"/>
                </a:spcBef>
                <a:spcAft>
                  <a:spcPts val="0"/>
                </a:spcAft>
                <a:buClr>
                  <a:srgbClr val="000000"/>
                </a:buClr>
                <a:buSzPts val="3802"/>
                <a:buFont typeface="Arial"/>
                <a:buNone/>
              </a:pPr>
              <a:endParaRPr sz="3802" b="1">
                <a:latin typeface="Red Hat Display"/>
                <a:ea typeface="Red Hat Display"/>
                <a:cs typeface="Red Hat Display"/>
                <a:sym typeface="Red Hat Display"/>
              </a:endParaRPr>
            </a:p>
          </p:txBody>
        </p:sp>
        <p:sp>
          <p:nvSpPr>
            <p:cNvPr id="726" name="Google Shape;726;p77"/>
            <p:cNvSpPr txBox="1"/>
            <p:nvPr/>
          </p:nvSpPr>
          <p:spPr>
            <a:xfrm>
              <a:off x="982701" y="3946197"/>
              <a:ext cx="9004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a:solidFill>
                    <a:schemeClr val="dk1"/>
                  </a:solidFill>
                  <a:latin typeface="Red Hat Text Medium"/>
                  <a:ea typeface="Red Hat Text Medium"/>
                  <a:cs typeface="Red Hat Text Medium"/>
                  <a:sym typeface="Red Hat Text Medium"/>
                </a:rPr>
                <a:t>What to do</a:t>
              </a:r>
              <a:r>
                <a:rPr lang="en-US" sz="2800" b="0" i="0" u="none" strike="noStrike" cap="none">
                  <a:solidFill>
                    <a:schemeClr val="dk1"/>
                  </a:solidFill>
                  <a:latin typeface="Red Hat Text Medium"/>
                  <a:ea typeface="Red Hat Text Medium"/>
                  <a:cs typeface="Red Hat Text Medium"/>
                  <a:sym typeface="Red Hat Text Medium"/>
                </a:rPr>
                <a:t>: </a:t>
              </a:r>
              <a:r>
                <a:rPr lang="en-US" sz="2800">
                  <a:solidFill>
                    <a:schemeClr val="dk1"/>
                  </a:solidFill>
                  <a:latin typeface="Red Hat Text"/>
                  <a:ea typeface="Red Hat Text"/>
                  <a:cs typeface="Red Hat Text"/>
                  <a:sym typeface="Red Hat Text"/>
                </a:rPr>
                <a:t>Add a comment in the chat! </a:t>
              </a:r>
              <a:endParaRPr sz="2800" b="0" i="0" u="none" strike="noStrike" cap="none">
                <a:solidFill>
                  <a:srgbClr val="000000"/>
                </a:solidFill>
                <a:latin typeface="Red Hat Text Medium"/>
                <a:ea typeface="Red Hat Text Medium"/>
                <a:cs typeface="Red Hat Text Medium"/>
                <a:sym typeface="Red Hat Text Medium"/>
              </a:endParaRPr>
            </a:p>
          </p:txBody>
        </p:sp>
      </p:grpSp>
      <p:pic>
        <p:nvPicPr>
          <p:cNvPr id="727" name="Google Shape;727;p77" title="Asset 21@3x.png"/>
          <p:cNvPicPr preferRelativeResize="0"/>
          <p:nvPr/>
        </p:nvPicPr>
        <p:blipFill>
          <a:blip r:embed="rId3">
            <a:alphaModFix/>
          </a:blip>
          <a:stretch>
            <a:fillRect/>
          </a:stretch>
        </p:blipFill>
        <p:spPr>
          <a:xfrm>
            <a:off x="1636776" y="1837944"/>
            <a:ext cx="1837943" cy="183794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80"/>
          <p:cNvSpPr txBox="1"/>
          <p:nvPr/>
        </p:nvSpPr>
        <p:spPr>
          <a:xfrm>
            <a:off x="912000" y="518164"/>
            <a:ext cx="9788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050C"/>
                </a:solidFill>
                <a:latin typeface="Red Hat Display ExtraBold"/>
                <a:ea typeface="Red Hat Display ExtraBold"/>
                <a:cs typeface="Red Hat Display ExtraBold"/>
                <a:sym typeface="Red Hat Display ExtraBold"/>
              </a:rPr>
              <a:t>Next Steps</a:t>
            </a:r>
            <a:endParaRPr sz="1400" b="0" i="0" u="none" strike="noStrike" cap="none">
              <a:solidFill>
                <a:srgbClr val="000000"/>
              </a:solidFill>
              <a:latin typeface="Arial"/>
              <a:ea typeface="Arial"/>
              <a:cs typeface="Arial"/>
              <a:sym typeface="Arial"/>
            </a:endParaRPr>
          </a:p>
        </p:txBody>
      </p:sp>
      <p:grpSp>
        <p:nvGrpSpPr>
          <p:cNvPr id="753" name="Google Shape;753;p80"/>
          <p:cNvGrpSpPr/>
          <p:nvPr/>
        </p:nvGrpSpPr>
        <p:grpSpPr>
          <a:xfrm>
            <a:off x="718848" y="1845289"/>
            <a:ext cx="9358450" cy="537757"/>
            <a:chOff x="671223" y="1813539"/>
            <a:chExt cx="9358450" cy="537757"/>
          </a:xfrm>
        </p:grpSpPr>
        <p:sp>
          <p:nvSpPr>
            <p:cNvPr id="754" name="Google Shape;754;p80"/>
            <p:cNvSpPr txBox="1"/>
            <p:nvPr/>
          </p:nvSpPr>
          <p:spPr>
            <a:xfrm>
              <a:off x="1463173" y="1813539"/>
              <a:ext cx="8566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400"/>
                <a:buFont typeface="Arial"/>
                <a:buNone/>
              </a:pPr>
              <a:r>
                <a:rPr lang="en-US" sz="2800" b="1" dirty="0">
                  <a:latin typeface="Red Hat Display SemiBold"/>
                  <a:ea typeface="Red Hat Display SemiBold"/>
                  <a:cs typeface="Red Hat Display SemiBold"/>
                  <a:sym typeface="Red Hat Display SemiBold"/>
                </a:rPr>
                <a:t>Draft a workflow for a task you do regularly</a:t>
              </a:r>
              <a:endParaRPr sz="2800" b="0" i="0" u="none" strike="noStrike" cap="none" dirty="0">
                <a:solidFill>
                  <a:schemeClr val="dk1"/>
                </a:solidFill>
                <a:latin typeface="Red Hat Display"/>
                <a:ea typeface="Red Hat Display"/>
                <a:cs typeface="Red Hat Display"/>
                <a:sym typeface="Red Hat Display"/>
              </a:endParaRPr>
            </a:p>
          </p:txBody>
        </p:sp>
        <p:pic>
          <p:nvPicPr>
            <p:cNvPr id="755" name="Google Shape;755;p80" title="icons-black_check-box.png"/>
            <p:cNvPicPr preferRelativeResize="0"/>
            <p:nvPr/>
          </p:nvPicPr>
          <p:blipFill rotWithShape="1">
            <a:blip r:embed="rId3">
              <a:alphaModFix/>
            </a:blip>
            <a:srcRect/>
            <a:stretch/>
          </p:blipFill>
          <p:spPr>
            <a:xfrm>
              <a:off x="671223" y="1828096"/>
              <a:ext cx="523200" cy="523200"/>
            </a:xfrm>
            <a:prstGeom prst="rect">
              <a:avLst/>
            </a:prstGeom>
            <a:noFill/>
            <a:ln>
              <a:noFill/>
            </a:ln>
          </p:spPr>
        </p:pic>
      </p:grpSp>
      <p:grpSp>
        <p:nvGrpSpPr>
          <p:cNvPr id="756" name="Google Shape;756;p80"/>
          <p:cNvGrpSpPr/>
          <p:nvPr/>
        </p:nvGrpSpPr>
        <p:grpSpPr>
          <a:xfrm>
            <a:off x="718848" y="2639664"/>
            <a:ext cx="9358450" cy="537757"/>
            <a:chOff x="671223" y="2592039"/>
            <a:chExt cx="9358450" cy="537757"/>
          </a:xfrm>
        </p:grpSpPr>
        <p:sp>
          <p:nvSpPr>
            <p:cNvPr id="757" name="Google Shape;757;p80"/>
            <p:cNvSpPr txBox="1"/>
            <p:nvPr/>
          </p:nvSpPr>
          <p:spPr>
            <a:xfrm>
              <a:off x="1463173" y="2592039"/>
              <a:ext cx="8566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400"/>
                <a:buFont typeface="Arial"/>
                <a:buNone/>
              </a:pPr>
              <a:r>
                <a:rPr lang="en-US" sz="2800" b="1" i="0" u="none" strike="noStrike" cap="none" dirty="0">
                  <a:solidFill>
                    <a:srgbClr val="000000"/>
                  </a:solidFill>
                  <a:latin typeface="Red Hat Display SemiBold"/>
                  <a:ea typeface="Red Hat Display SemiBold"/>
                  <a:cs typeface="Red Hat Display SemiBold"/>
                  <a:sym typeface="Red Hat Display SemiBold"/>
                </a:rPr>
                <a:t>Share your workflow </a:t>
              </a:r>
              <a:endParaRPr sz="2800" b="0" i="0" u="none" strike="noStrike" cap="none" dirty="0">
                <a:solidFill>
                  <a:schemeClr val="dk1"/>
                </a:solidFill>
                <a:latin typeface="Red Hat Display"/>
                <a:ea typeface="Red Hat Display"/>
                <a:cs typeface="Red Hat Display"/>
                <a:sym typeface="Red Hat Display"/>
              </a:endParaRPr>
            </a:p>
          </p:txBody>
        </p:sp>
        <p:pic>
          <p:nvPicPr>
            <p:cNvPr id="758" name="Google Shape;758;p80" title="icons-black_check-box.png"/>
            <p:cNvPicPr preferRelativeResize="0"/>
            <p:nvPr/>
          </p:nvPicPr>
          <p:blipFill rotWithShape="1">
            <a:blip r:embed="rId3">
              <a:alphaModFix/>
            </a:blip>
            <a:srcRect/>
            <a:stretch/>
          </p:blipFill>
          <p:spPr>
            <a:xfrm>
              <a:off x="671223" y="2606596"/>
              <a:ext cx="523200" cy="5232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773"/>
        <p:cNvGrpSpPr/>
        <p:nvPr/>
      </p:nvGrpSpPr>
      <p:grpSpPr>
        <a:xfrm>
          <a:off x="0" y="0"/>
          <a:ext cx="0" cy="0"/>
          <a:chOff x="0" y="0"/>
          <a:chExt cx="0" cy="0"/>
        </a:xfrm>
      </p:grpSpPr>
      <p:sp>
        <p:nvSpPr>
          <p:cNvPr id="774" name="Google Shape;774;p82"/>
          <p:cNvSpPr/>
          <p:nvPr/>
        </p:nvSpPr>
        <p:spPr>
          <a:xfrm>
            <a:off x="4255200" y="316000"/>
            <a:ext cx="3804000" cy="2851200"/>
          </a:xfrm>
          <a:prstGeom prst="rect">
            <a:avLst/>
          </a:prstGeom>
          <a:solidFill>
            <a:schemeClr val="lt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Work Sans"/>
              <a:ea typeface="Work Sans"/>
              <a:cs typeface="Work Sans"/>
              <a:sym typeface="Work Sans"/>
            </a:endParaRPr>
          </a:p>
        </p:txBody>
      </p:sp>
      <p:sp>
        <p:nvSpPr>
          <p:cNvPr id="775" name="Google Shape;775;p82"/>
          <p:cNvSpPr/>
          <p:nvPr/>
        </p:nvSpPr>
        <p:spPr>
          <a:xfrm>
            <a:off x="4255200" y="3168800"/>
            <a:ext cx="3804000" cy="2851200"/>
          </a:xfrm>
          <a:prstGeom prst="rect">
            <a:avLst/>
          </a:prstGeom>
          <a:solidFill>
            <a:srgbClr val="9B0000"/>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Work Sans"/>
              <a:ea typeface="Work Sans"/>
              <a:cs typeface="Work Sans"/>
              <a:sym typeface="Work Sans"/>
            </a:endParaRPr>
          </a:p>
        </p:txBody>
      </p:sp>
      <p:sp>
        <p:nvSpPr>
          <p:cNvPr id="776" name="Google Shape;776;p82"/>
          <p:cNvSpPr txBox="1">
            <a:spLocks noGrp="1"/>
          </p:cNvSpPr>
          <p:nvPr>
            <p:ph type="title"/>
          </p:nvPr>
        </p:nvSpPr>
        <p:spPr>
          <a:xfrm>
            <a:off x="585216" y="816864"/>
            <a:ext cx="3036300" cy="1303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latin typeface="Red Hat Display Black"/>
                <a:ea typeface="Red Hat Display Black"/>
                <a:cs typeface="Red Hat Display Black"/>
                <a:sym typeface="Red Hat Display Black"/>
              </a:rPr>
              <a:t>COLORS</a:t>
            </a:r>
            <a:endParaRPr>
              <a:latin typeface="Red Hat Display Black"/>
              <a:ea typeface="Red Hat Display Black"/>
              <a:cs typeface="Red Hat Display Black"/>
              <a:sym typeface="Red Hat Display Black"/>
            </a:endParaRPr>
          </a:p>
        </p:txBody>
      </p:sp>
      <p:sp>
        <p:nvSpPr>
          <p:cNvPr id="777" name="Google Shape;777;p82"/>
          <p:cNvSpPr txBox="1">
            <a:spLocks noGrp="1"/>
          </p:cNvSpPr>
          <p:nvPr>
            <p:ph type="body" idx="6"/>
          </p:nvPr>
        </p:nvSpPr>
        <p:spPr>
          <a:xfrm>
            <a:off x="599433" y="4161600"/>
            <a:ext cx="3021900" cy="15744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500"/>
              <a:buNone/>
            </a:pPr>
            <a:r>
              <a:rPr lang="en-US" sz="2500" b="1">
                <a:latin typeface="Red Hat Display"/>
                <a:ea typeface="Red Hat Display"/>
                <a:cs typeface="Red Hat Display"/>
                <a:sym typeface="Red Hat Display"/>
              </a:rPr>
              <a:t>Fonts</a:t>
            </a:r>
            <a:endParaRPr sz="2500" b="1">
              <a:latin typeface="Red Hat Display"/>
              <a:ea typeface="Red Hat Display"/>
              <a:cs typeface="Red Hat Display"/>
              <a:sym typeface="Red Hat Display"/>
            </a:endParaRPr>
          </a:p>
          <a:p>
            <a:pPr marL="0" lvl="0" indent="0" algn="l" rtl="0">
              <a:spcBef>
                <a:spcPts val="0"/>
              </a:spcBef>
              <a:spcAft>
                <a:spcPts val="0"/>
              </a:spcAft>
              <a:buClr>
                <a:schemeClr val="dk1"/>
              </a:buClr>
              <a:buSzPts val="1500"/>
              <a:buNone/>
            </a:pPr>
            <a:r>
              <a:rPr lang="en-US" sz="2500">
                <a:latin typeface="Red Hat Display Medium"/>
                <a:ea typeface="Red Hat Display Medium"/>
                <a:cs typeface="Red Hat Display Medium"/>
                <a:sym typeface="Red Hat Display Medium"/>
              </a:rPr>
              <a:t>Red Hat Display</a:t>
            </a:r>
            <a:endParaRPr sz="2500">
              <a:latin typeface="Red Hat Display Medium"/>
              <a:ea typeface="Red Hat Display Medium"/>
              <a:cs typeface="Red Hat Display Medium"/>
              <a:sym typeface="Red Hat Display Medium"/>
            </a:endParaRPr>
          </a:p>
          <a:p>
            <a:pPr marL="0" lvl="0" indent="0" algn="l" rtl="0">
              <a:spcBef>
                <a:spcPts val="0"/>
              </a:spcBef>
              <a:spcAft>
                <a:spcPts val="0"/>
              </a:spcAft>
              <a:buClr>
                <a:schemeClr val="dk1"/>
              </a:buClr>
              <a:buSzPts val="1500"/>
              <a:buNone/>
            </a:pPr>
            <a:r>
              <a:rPr lang="en-US" sz="2200">
                <a:latin typeface="Red Hat Text"/>
                <a:ea typeface="Red Hat Text"/>
                <a:cs typeface="Red Hat Text"/>
                <a:sym typeface="Red Hat Text"/>
              </a:rPr>
              <a:t>Red Hat Text </a:t>
            </a:r>
            <a:endParaRPr sz="2200">
              <a:latin typeface="Red Hat Text"/>
              <a:ea typeface="Red Hat Text"/>
              <a:cs typeface="Red Hat Text"/>
              <a:sym typeface="Red Hat Text"/>
            </a:endParaRPr>
          </a:p>
          <a:p>
            <a:pPr marL="0" lvl="0" indent="0" algn="l" rtl="0">
              <a:spcBef>
                <a:spcPts val="0"/>
              </a:spcBef>
              <a:spcAft>
                <a:spcPts val="0"/>
              </a:spcAft>
              <a:buClr>
                <a:schemeClr val="dk1"/>
              </a:buClr>
              <a:buSzPts val="1500"/>
              <a:buNone/>
            </a:pPr>
            <a:endParaRPr sz="2500">
              <a:latin typeface="Red Hat Display Medium"/>
              <a:ea typeface="Red Hat Display Medium"/>
              <a:cs typeface="Red Hat Display Medium"/>
              <a:sym typeface="Red Hat Display Medium"/>
            </a:endParaRPr>
          </a:p>
        </p:txBody>
      </p:sp>
      <p:sp>
        <p:nvSpPr>
          <p:cNvPr id="778" name="Google Shape;778;p82"/>
          <p:cNvSpPr txBox="1">
            <a:spLocks noGrp="1"/>
          </p:cNvSpPr>
          <p:nvPr>
            <p:ph type="body" idx="16"/>
          </p:nvPr>
        </p:nvSpPr>
        <p:spPr>
          <a:xfrm>
            <a:off x="9144000" y="6548300"/>
            <a:ext cx="2706900" cy="158400"/>
          </a:xfrm>
          <a:prstGeom prst="rect">
            <a:avLst/>
          </a:prstGeom>
        </p:spPr>
        <p:txBody>
          <a:bodyPr spcFirstLastPara="1" wrap="square" lIns="0" tIns="0" rIns="0" bIns="0" anchor="t" anchorCtr="0">
            <a:noAutofit/>
          </a:bodyPr>
          <a:lstStyle/>
          <a:p>
            <a:pPr marL="0" lvl="0" indent="0" algn="r" rtl="0">
              <a:spcBef>
                <a:spcPts val="0"/>
              </a:spcBef>
              <a:spcAft>
                <a:spcPts val="0"/>
              </a:spcAft>
              <a:buNone/>
            </a:pPr>
            <a:r>
              <a:rPr lang="en-US"/>
              <a:t>July 2026</a:t>
            </a:r>
            <a:endParaRPr/>
          </a:p>
        </p:txBody>
      </p:sp>
      <p:sp>
        <p:nvSpPr>
          <p:cNvPr id="779" name="Google Shape;779;p82"/>
          <p:cNvSpPr/>
          <p:nvPr/>
        </p:nvSpPr>
        <p:spPr>
          <a:xfrm>
            <a:off x="8059200" y="3168783"/>
            <a:ext cx="3804000" cy="2851200"/>
          </a:xfrm>
          <a:prstGeom prst="rect">
            <a:avLst/>
          </a:prstGeom>
          <a:solidFill>
            <a:srgbClr val="C00000"/>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Work Sans"/>
              <a:ea typeface="Work Sans"/>
              <a:cs typeface="Work Sans"/>
              <a:sym typeface="Work Sans"/>
            </a:endParaRPr>
          </a:p>
        </p:txBody>
      </p:sp>
      <p:sp>
        <p:nvSpPr>
          <p:cNvPr id="780" name="Google Shape;780;p82"/>
          <p:cNvSpPr/>
          <p:nvPr/>
        </p:nvSpPr>
        <p:spPr>
          <a:xfrm>
            <a:off x="8059200" y="316000"/>
            <a:ext cx="3804000" cy="2851200"/>
          </a:xfrm>
          <a:prstGeom prst="rect">
            <a:avLst/>
          </a:prstGeom>
          <a:solidFill>
            <a:schemeClr val="dk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latin typeface="Work Sans"/>
              <a:ea typeface="Work Sans"/>
              <a:cs typeface="Work Sans"/>
              <a:sym typeface="Work Sans"/>
            </a:endParaRPr>
          </a:p>
        </p:txBody>
      </p:sp>
      <p:sp>
        <p:nvSpPr>
          <p:cNvPr id="781" name="Google Shape;781;p82"/>
          <p:cNvSpPr txBox="1"/>
          <p:nvPr/>
        </p:nvSpPr>
        <p:spPr>
          <a:xfrm>
            <a:off x="5069550" y="1317850"/>
            <a:ext cx="2052900" cy="84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a:solidFill>
                  <a:schemeClr val="dk1"/>
                </a:solidFill>
                <a:latin typeface="Red Hat Text SemiBold"/>
                <a:ea typeface="Red Hat Text SemiBold"/>
                <a:cs typeface="Red Hat Text SemiBold"/>
                <a:sym typeface="Red Hat Text SemiBold"/>
              </a:rPr>
              <a:t>#FFFFFF</a:t>
            </a:r>
            <a:endParaRPr sz="1500">
              <a:solidFill>
                <a:schemeClr val="dk1"/>
              </a:solidFill>
              <a:latin typeface="Red Hat Text SemiBold"/>
              <a:ea typeface="Red Hat Text SemiBold"/>
              <a:cs typeface="Red Hat Text SemiBold"/>
              <a:sym typeface="Red Hat Text SemiBold"/>
            </a:endParaRPr>
          </a:p>
        </p:txBody>
      </p:sp>
      <p:sp>
        <p:nvSpPr>
          <p:cNvPr id="782" name="Google Shape;782;p82"/>
          <p:cNvSpPr txBox="1"/>
          <p:nvPr/>
        </p:nvSpPr>
        <p:spPr>
          <a:xfrm>
            <a:off x="8842050" y="1352486"/>
            <a:ext cx="2052900" cy="84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a:solidFill>
                  <a:schemeClr val="lt1"/>
                </a:solidFill>
                <a:latin typeface="Red Hat Text SemiBold"/>
                <a:ea typeface="Red Hat Text SemiBold"/>
                <a:cs typeface="Red Hat Text SemiBold"/>
                <a:sym typeface="Red Hat Text SemiBold"/>
              </a:rPr>
              <a:t>#000000</a:t>
            </a:r>
            <a:endParaRPr sz="1500">
              <a:solidFill>
                <a:schemeClr val="lt1"/>
              </a:solidFill>
              <a:latin typeface="Red Hat Text SemiBold"/>
              <a:ea typeface="Red Hat Text SemiBold"/>
              <a:cs typeface="Red Hat Text SemiBold"/>
              <a:sym typeface="Red Hat Text SemiBold"/>
            </a:endParaRPr>
          </a:p>
        </p:txBody>
      </p:sp>
      <p:sp>
        <p:nvSpPr>
          <p:cNvPr id="783" name="Google Shape;783;p82"/>
          <p:cNvSpPr txBox="1"/>
          <p:nvPr/>
        </p:nvSpPr>
        <p:spPr>
          <a:xfrm>
            <a:off x="5069550" y="4330650"/>
            <a:ext cx="2052900" cy="84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a:solidFill>
                  <a:schemeClr val="lt1"/>
                </a:solidFill>
                <a:latin typeface="Red Hat Text SemiBold"/>
                <a:ea typeface="Red Hat Text SemiBold"/>
                <a:cs typeface="Red Hat Text SemiBold"/>
                <a:sym typeface="Red Hat Text SemiBold"/>
              </a:rPr>
              <a:t>#9B0000</a:t>
            </a:r>
            <a:endParaRPr sz="1500">
              <a:solidFill>
                <a:schemeClr val="lt1"/>
              </a:solidFill>
              <a:latin typeface="Red Hat Text SemiBold"/>
              <a:ea typeface="Red Hat Text SemiBold"/>
              <a:cs typeface="Red Hat Text SemiBold"/>
              <a:sym typeface="Red Hat Text SemiBold"/>
            </a:endParaRPr>
          </a:p>
        </p:txBody>
      </p:sp>
      <p:sp>
        <p:nvSpPr>
          <p:cNvPr id="784" name="Google Shape;784;p82"/>
          <p:cNvSpPr txBox="1"/>
          <p:nvPr/>
        </p:nvSpPr>
        <p:spPr>
          <a:xfrm>
            <a:off x="9007700" y="4330650"/>
            <a:ext cx="2052900" cy="84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a:solidFill>
                  <a:schemeClr val="lt1"/>
                </a:solidFill>
                <a:latin typeface="Red Hat Text SemiBold"/>
                <a:ea typeface="Red Hat Text SemiBold"/>
                <a:cs typeface="Red Hat Text SemiBold"/>
                <a:sym typeface="Red Hat Text SemiBold"/>
              </a:rPr>
              <a:t>#C5050C</a:t>
            </a:r>
            <a:endParaRPr sz="1500">
              <a:solidFill>
                <a:schemeClr val="lt1"/>
              </a:solidFill>
              <a:latin typeface="Red Hat Text SemiBold"/>
              <a:ea typeface="Red Hat Text SemiBold"/>
              <a:cs typeface="Red Hat Text SemiBold"/>
              <a:sym typeface="Red Hat Text SemiBold"/>
            </a:endParaRPr>
          </a:p>
        </p:txBody>
      </p:sp>
    </p:spTree>
  </p:cSld>
  <p:clrMapOvr>
    <a:masterClrMapping/>
  </p:clrMapOvr>
</p:sld>
</file>

<file path=ppt/theme/theme1.xml><?xml version="1.0" encoding="utf-8"?>
<a:theme xmlns:a="http://schemas.openxmlformats.org/drawingml/2006/main" name="EXPAND: AI template, phase 2">
  <a:themeElements>
    <a:clrScheme name="Office">
      <a:dk1>
        <a:srgbClr val="000000"/>
      </a:dk1>
      <a:lt1>
        <a:srgbClr val="FFFFFF"/>
      </a:lt1>
      <a:dk2>
        <a:srgbClr val="C5050C"/>
      </a:dk2>
      <a:lt2>
        <a:srgbClr val="9B0000"/>
      </a:lt2>
      <a:accent1>
        <a:srgbClr val="BFBFBF"/>
      </a:accent1>
      <a:accent2>
        <a:srgbClr val="C6872B"/>
      </a:accent2>
      <a:accent3>
        <a:srgbClr val="172D45"/>
      </a:accent3>
      <a:accent4>
        <a:srgbClr val="D8D8D8"/>
      </a:accent4>
      <a:accent5>
        <a:srgbClr val="FFFFFF"/>
      </a:accent5>
      <a:accent6>
        <a:srgbClr val="FFFFFF"/>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rand Style Guides">
  <a:themeElements>
    <a:clrScheme name="Simple Light">
      <a:dk1>
        <a:srgbClr val="000000"/>
      </a:dk1>
      <a:lt1>
        <a:srgbClr val="FFFFFF"/>
      </a:lt1>
      <a:dk2>
        <a:srgbClr val="B8B8B8"/>
      </a:dk2>
      <a:lt2>
        <a:srgbClr val="646464"/>
      </a:lt2>
      <a:accent1>
        <a:srgbClr val="299B5B"/>
      </a:accent1>
      <a:accent2>
        <a:srgbClr val="F3ECE9"/>
      </a:accent2>
      <a:accent3>
        <a:srgbClr val="01B6E1"/>
      </a:accent3>
      <a:accent4>
        <a:srgbClr val="F6F6F6"/>
      </a:accent4>
      <a:accent5>
        <a:srgbClr val="FFCA08"/>
      </a:accent5>
      <a:accent6>
        <a:srgbClr val="BF003D"/>
      </a:accent6>
      <a:hlink>
        <a:srgbClr val="6287C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XPAND: AI template, phase 2">
  <a:themeElements>
    <a:clrScheme name="Office">
      <a:dk1>
        <a:srgbClr val="000000"/>
      </a:dk1>
      <a:lt1>
        <a:srgbClr val="FFFFFF"/>
      </a:lt1>
      <a:dk2>
        <a:srgbClr val="C5050C"/>
      </a:dk2>
      <a:lt2>
        <a:srgbClr val="9B0000"/>
      </a:lt2>
      <a:accent1>
        <a:srgbClr val="BFBFBF"/>
      </a:accent1>
      <a:accent2>
        <a:srgbClr val="C6872B"/>
      </a:accent2>
      <a:accent3>
        <a:srgbClr val="172D45"/>
      </a:accent3>
      <a:accent4>
        <a:srgbClr val="D8D8D8"/>
      </a:accent4>
      <a:accent5>
        <a:srgbClr val="FFFFFF"/>
      </a:accent5>
      <a:accent6>
        <a:srgbClr val="FFFFFF"/>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5971</Words>
  <Application>Microsoft Office PowerPoint</Application>
  <PresentationFormat>Widescreen</PresentationFormat>
  <Paragraphs>234</Paragraphs>
  <Slides>16</Slides>
  <Notes>16</Notes>
  <HiddenSlides>1</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16</vt:i4>
      </vt:variant>
    </vt:vector>
  </HeadingPairs>
  <TitlesOfParts>
    <vt:vector size="32" baseType="lpstr">
      <vt:lpstr>Work Sans</vt:lpstr>
      <vt:lpstr>Red Hat Display SemiBold</vt:lpstr>
      <vt:lpstr>Red Hat Display ExtraBold</vt:lpstr>
      <vt:lpstr>Red Hat Display Black</vt:lpstr>
      <vt:lpstr>Red Hat Text</vt:lpstr>
      <vt:lpstr>Work Sans Black</vt:lpstr>
      <vt:lpstr>Red Hat Display Medium</vt:lpstr>
      <vt:lpstr>Work Sans ExtraLight</vt:lpstr>
      <vt:lpstr>Play</vt:lpstr>
      <vt:lpstr>Red Hat Text SemiBold</vt:lpstr>
      <vt:lpstr>Red Hat Text Medium</vt:lpstr>
      <vt:lpstr>Red Hat Display</vt:lpstr>
      <vt:lpstr>Arial</vt:lpstr>
      <vt:lpstr>EXPAND: AI template, phase 2</vt:lpstr>
      <vt:lpstr>Brand Style Guides</vt:lpstr>
      <vt:lpstr>1_EXPAND: AI template, phase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Claire Brittain</cp:lastModifiedBy>
  <cp:revision>2</cp:revision>
  <dcterms:modified xsi:type="dcterms:W3CDTF">2026-10-08T03:24:12Z</dcterms:modified>
</cp:coreProperties>
</file>